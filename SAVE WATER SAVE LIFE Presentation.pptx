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9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E23C3-4AC8-471A-BBDE-95C8A09E7FFB}" type="doc">
      <dgm:prSet loTypeId="urn:microsoft.com/office/officeart/2008/layout/CircleAccentTimeline" loCatId="process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6B18C6B-14E4-4FB6-8417-8BFAFF2FF666}">
      <dgm:prSet phldrT="[Text]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>
            <a:buNone/>
          </a:pPr>
          <a:r>
            <a:rPr lang="en-IN" b="1" dirty="0">
              <a:solidFill>
                <a:schemeClr val="bg1"/>
              </a:solidFill>
            </a:rPr>
            <a:t>Water Scarcity </a:t>
          </a:r>
          <a:r>
            <a:rPr lang="en-IN" dirty="0">
              <a:solidFill>
                <a:schemeClr val="bg1"/>
              </a:solidFill>
            </a:rPr>
            <a:t>→</a:t>
          </a:r>
          <a:r>
            <a:rPr lang="en-IN" dirty="0"/>
            <a:t> </a:t>
          </a:r>
        </a:p>
      </dgm:t>
    </dgm:pt>
    <dgm:pt modelId="{9C3810A4-8413-4060-8E67-83E85D8FD449}" type="parTrans" cxnId="{959CF56A-616A-45F2-B599-ADFCC18EAFCD}">
      <dgm:prSet/>
      <dgm:spPr/>
      <dgm:t>
        <a:bodyPr/>
        <a:lstStyle/>
        <a:p>
          <a:endParaRPr lang="en-IN"/>
        </a:p>
      </dgm:t>
    </dgm:pt>
    <dgm:pt modelId="{99C01936-AAAB-47EC-B25A-F9D6661A545B}" type="sibTrans" cxnId="{959CF56A-616A-45F2-B599-ADFCC18EAFCD}">
      <dgm:prSet/>
      <dgm:spPr/>
      <dgm:t>
        <a:bodyPr/>
        <a:lstStyle/>
        <a:p>
          <a:endParaRPr lang="en-IN"/>
        </a:p>
      </dgm:t>
    </dgm:pt>
    <dgm:pt modelId="{D88CA160-1DF8-4D00-9B15-8C270DBC48F5}">
      <dgm:prSet phldrT="[Text]" phldr="0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en-IN" b="1" dirty="0">
              <a:solidFill>
                <a:schemeClr val="bg1"/>
              </a:solidFill>
            </a:rPr>
            <a:t>Pollution →</a:t>
          </a:r>
        </a:p>
      </dgm:t>
    </dgm:pt>
    <dgm:pt modelId="{B504C4D1-9B5B-4086-A62F-75F0FFBC41E0}" type="parTrans" cxnId="{1D09E149-AEE7-479F-B32F-B25CAED03169}">
      <dgm:prSet/>
      <dgm:spPr/>
      <dgm:t>
        <a:bodyPr/>
        <a:lstStyle/>
        <a:p>
          <a:endParaRPr lang="en-IN"/>
        </a:p>
      </dgm:t>
    </dgm:pt>
    <dgm:pt modelId="{04052808-EBEA-4C2C-A731-9B9D61F22D50}" type="sibTrans" cxnId="{1D09E149-AEE7-479F-B32F-B25CAED03169}">
      <dgm:prSet/>
      <dgm:spPr/>
      <dgm:t>
        <a:bodyPr/>
        <a:lstStyle/>
        <a:p>
          <a:endParaRPr lang="en-IN"/>
        </a:p>
      </dgm:t>
    </dgm:pt>
    <dgm:pt modelId="{5AFC3E70-6607-4222-A1C8-83634C68C7AF}">
      <dgm:prSet phldrT="[Text]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en-IN" b="1" dirty="0">
              <a:solidFill>
                <a:schemeClr val="bg1"/>
              </a:solidFill>
            </a:rPr>
            <a:t>Groundwater Depletion →</a:t>
          </a:r>
        </a:p>
      </dgm:t>
    </dgm:pt>
    <dgm:pt modelId="{AA85ADAD-3531-43C4-A509-F38E5F8FE05D}" type="parTrans" cxnId="{3A0A76D9-236B-4416-BE31-0BC1E4D0399A}">
      <dgm:prSet/>
      <dgm:spPr/>
      <dgm:t>
        <a:bodyPr/>
        <a:lstStyle/>
        <a:p>
          <a:endParaRPr lang="en-IN"/>
        </a:p>
      </dgm:t>
    </dgm:pt>
    <dgm:pt modelId="{1B6BBB51-DA85-4D7E-8460-648C4F43DA3F}" type="sibTrans" cxnId="{3A0A76D9-236B-4416-BE31-0BC1E4D0399A}">
      <dgm:prSet/>
      <dgm:spPr/>
      <dgm:t>
        <a:bodyPr/>
        <a:lstStyle/>
        <a:p>
          <a:endParaRPr lang="en-IN"/>
        </a:p>
      </dgm:t>
    </dgm:pt>
    <dgm:pt modelId="{D8D1A9D4-6A92-4AB9-83C8-2822B0A60B84}">
      <dgm:prSet phldrT="[Text]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en-IN" b="1" dirty="0">
              <a:solidFill>
                <a:schemeClr val="bg1"/>
              </a:solidFill>
            </a:rPr>
            <a:t>Climate Change  </a:t>
          </a:r>
        </a:p>
      </dgm:t>
    </dgm:pt>
    <dgm:pt modelId="{A34FDEEC-DC5D-4A9B-ADBD-FE407A4DD70D}" type="parTrans" cxnId="{FCE18321-6C9B-4A63-ADED-99E43E09BE8C}">
      <dgm:prSet/>
      <dgm:spPr/>
      <dgm:t>
        <a:bodyPr/>
        <a:lstStyle/>
        <a:p>
          <a:endParaRPr lang="en-IN"/>
        </a:p>
      </dgm:t>
    </dgm:pt>
    <dgm:pt modelId="{F11CAE3E-3259-421A-AABC-518094528D8C}" type="sibTrans" cxnId="{FCE18321-6C9B-4A63-ADED-99E43E09BE8C}">
      <dgm:prSet/>
      <dgm:spPr/>
      <dgm:t>
        <a:bodyPr/>
        <a:lstStyle/>
        <a:p>
          <a:endParaRPr lang="en-IN"/>
        </a:p>
      </dgm:t>
    </dgm:pt>
    <dgm:pt modelId="{F8C318B1-CDE8-4EB7-93CC-CF2263E40282}" type="pres">
      <dgm:prSet presAssocID="{CEEE23C3-4AC8-471A-BBDE-95C8A09E7FFB}" presName="Name0" presStyleCnt="0">
        <dgm:presLayoutVars>
          <dgm:dir/>
        </dgm:presLayoutVars>
      </dgm:prSet>
      <dgm:spPr/>
    </dgm:pt>
    <dgm:pt modelId="{EAE5D28A-3848-47CF-B3C8-21F1AE97F88F}" type="pres">
      <dgm:prSet presAssocID="{66B18C6B-14E4-4FB6-8417-8BFAFF2FF666}" presName="parComposite" presStyleCnt="0"/>
      <dgm:spPr/>
    </dgm:pt>
    <dgm:pt modelId="{8A1C1444-87B1-4640-A467-018C2981577A}" type="pres">
      <dgm:prSet presAssocID="{66B18C6B-14E4-4FB6-8417-8BFAFF2FF666}" presName="parBigCircle" presStyleLbl="node0" presStyleIdx="0" presStyleCnt="2"/>
      <dgm:spPr/>
    </dgm:pt>
    <dgm:pt modelId="{C4C50F40-3C4A-41C2-A33F-FC2AF21F0410}" type="pres">
      <dgm:prSet presAssocID="{66B18C6B-14E4-4FB6-8417-8BFAFF2FF666}" presName="parTx" presStyleLbl="revTx" presStyleIdx="0" presStyleCnt="6" custScaleX="101463"/>
      <dgm:spPr/>
    </dgm:pt>
    <dgm:pt modelId="{81F1F1F0-E265-491C-8A0E-BB545AF992F7}" type="pres">
      <dgm:prSet presAssocID="{66B18C6B-14E4-4FB6-8417-8BFAFF2FF666}" presName="bSpace" presStyleCnt="0"/>
      <dgm:spPr/>
    </dgm:pt>
    <dgm:pt modelId="{51A8A820-FBB0-4ACC-B34C-67E3EC531AD4}" type="pres">
      <dgm:prSet presAssocID="{66B18C6B-14E4-4FB6-8417-8BFAFF2FF666}" presName="parBackupNorm" presStyleCnt="0"/>
      <dgm:spPr/>
    </dgm:pt>
    <dgm:pt modelId="{3944C88F-CE9E-4533-A56E-126B99C4959C}" type="pres">
      <dgm:prSet presAssocID="{99C01936-AAAB-47EC-B25A-F9D6661A545B}" presName="parSpace" presStyleCnt="0"/>
      <dgm:spPr/>
    </dgm:pt>
    <dgm:pt modelId="{09F466A0-6CDC-413E-90EA-C5BF5BEEFA02}" type="pres">
      <dgm:prSet presAssocID="{D88CA160-1DF8-4D00-9B15-8C270DBC48F5}" presName="desBackupLeftNorm" presStyleCnt="0"/>
      <dgm:spPr/>
    </dgm:pt>
    <dgm:pt modelId="{2F082316-A6F1-4ED6-A9F9-DDDECC1C6D44}" type="pres">
      <dgm:prSet presAssocID="{D88CA160-1DF8-4D00-9B15-8C270DBC48F5}" presName="desComposite" presStyleCnt="0"/>
      <dgm:spPr/>
    </dgm:pt>
    <dgm:pt modelId="{14FA8230-CB23-405F-ADA5-33B5A290F34E}" type="pres">
      <dgm:prSet presAssocID="{D88CA160-1DF8-4D00-9B15-8C270DBC48F5}" presName="desCircle" presStyleLbl="node1" presStyleIdx="0" presStyleCnt="2"/>
      <dgm:spPr/>
    </dgm:pt>
    <dgm:pt modelId="{C10A979F-3D25-40E4-9380-3D22C0C73A94}" type="pres">
      <dgm:prSet presAssocID="{D88CA160-1DF8-4D00-9B15-8C270DBC48F5}" presName="chTx" presStyleLbl="revTx" presStyleIdx="1" presStyleCnt="6"/>
      <dgm:spPr/>
    </dgm:pt>
    <dgm:pt modelId="{59A5E23D-F7FA-4828-87B7-91AB2B3818B3}" type="pres">
      <dgm:prSet presAssocID="{D88CA160-1DF8-4D00-9B15-8C270DBC48F5}" presName="desTx" presStyleLbl="revTx" presStyleIdx="2" presStyleCnt="6">
        <dgm:presLayoutVars>
          <dgm:bulletEnabled val="1"/>
        </dgm:presLayoutVars>
      </dgm:prSet>
      <dgm:spPr/>
    </dgm:pt>
    <dgm:pt modelId="{A4FDD2CE-BEAB-4396-AE3C-DA7EBBD74691}" type="pres">
      <dgm:prSet presAssocID="{D88CA160-1DF8-4D00-9B15-8C270DBC48F5}" presName="desBackupRightNorm" presStyleCnt="0"/>
      <dgm:spPr/>
    </dgm:pt>
    <dgm:pt modelId="{1EA9C40F-39C9-413C-A7FF-5DDEF68F67A2}" type="pres">
      <dgm:prSet presAssocID="{04052808-EBEA-4C2C-A731-9B9D61F22D50}" presName="desSpace" presStyleCnt="0"/>
      <dgm:spPr/>
    </dgm:pt>
    <dgm:pt modelId="{53F4577D-1B1D-4D05-9989-33FDFB9FEC94}" type="pres">
      <dgm:prSet presAssocID="{5AFC3E70-6607-4222-A1C8-83634C68C7AF}" presName="parComposite" presStyleCnt="0"/>
      <dgm:spPr/>
    </dgm:pt>
    <dgm:pt modelId="{C86E5749-0D4D-4E8F-9861-7804C91833B4}" type="pres">
      <dgm:prSet presAssocID="{5AFC3E70-6607-4222-A1C8-83634C68C7AF}" presName="parBigCircle" presStyleLbl="node0" presStyleIdx="1" presStyleCnt="2"/>
      <dgm:spPr/>
    </dgm:pt>
    <dgm:pt modelId="{591301FE-6B6D-4E26-8ADB-C5D58ACAB6D7}" type="pres">
      <dgm:prSet presAssocID="{5AFC3E70-6607-4222-A1C8-83634C68C7AF}" presName="parTx" presStyleLbl="revTx" presStyleIdx="3" presStyleCnt="6"/>
      <dgm:spPr/>
    </dgm:pt>
    <dgm:pt modelId="{5268772D-1190-434C-8BF6-DECDADD9016E}" type="pres">
      <dgm:prSet presAssocID="{5AFC3E70-6607-4222-A1C8-83634C68C7AF}" presName="bSpace" presStyleCnt="0"/>
      <dgm:spPr/>
    </dgm:pt>
    <dgm:pt modelId="{1A233CD7-F8C7-485C-B9C4-EFAC373089EF}" type="pres">
      <dgm:prSet presAssocID="{5AFC3E70-6607-4222-A1C8-83634C68C7AF}" presName="parBackupNorm" presStyleCnt="0"/>
      <dgm:spPr/>
    </dgm:pt>
    <dgm:pt modelId="{D3AC4215-98C6-4EA2-B052-511ECDFE06B7}" type="pres">
      <dgm:prSet presAssocID="{1B6BBB51-DA85-4D7E-8460-648C4F43DA3F}" presName="parSpace" presStyleCnt="0"/>
      <dgm:spPr/>
    </dgm:pt>
    <dgm:pt modelId="{9A44CA1D-9FF3-4B0F-8EC8-7DF81737CE75}" type="pres">
      <dgm:prSet presAssocID="{D8D1A9D4-6A92-4AB9-83C8-2822B0A60B84}" presName="desBackupLeftNorm" presStyleCnt="0"/>
      <dgm:spPr/>
    </dgm:pt>
    <dgm:pt modelId="{CDE730E3-1710-4A6D-9868-A728FBFDC0C8}" type="pres">
      <dgm:prSet presAssocID="{D8D1A9D4-6A92-4AB9-83C8-2822B0A60B84}" presName="desComposite" presStyleCnt="0"/>
      <dgm:spPr/>
    </dgm:pt>
    <dgm:pt modelId="{D6BAEE57-A22B-40E6-BB41-9479F520BDED}" type="pres">
      <dgm:prSet presAssocID="{D8D1A9D4-6A92-4AB9-83C8-2822B0A60B84}" presName="desCircle" presStyleLbl="node1" presStyleIdx="1" presStyleCnt="2"/>
      <dgm:spPr/>
    </dgm:pt>
    <dgm:pt modelId="{C50F7569-BD4E-48B1-BACC-902F96922781}" type="pres">
      <dgm:prSet presAssocID="{D8D1A9D4-6A92-4AB9-83C8-2822B0A60B84}" presName="chTx" presStyleLbl="revTx" presStyleIdx="4" presStyleCnt="6" custScaleX="128313"/>
      <dgm:spPr/>
    </dgm:pt>
    <dgm:pt modelId="{897EB439-4628-473E-8B43-C4026C92D5E0}" type="pres">
      <dgm:prSet presAssocID="{D8D1A9D4-6A92-4AB9-83C8-2822B0A60B84}" presName="desTx" presStyleLbl="revTx" presStyleIdx="5" presStyleCnt="6">
        <dgm:presLayoutVars>
          <dgm:bulletEnabled val="1"/>
        </dgm:presLayoutVars>
      </dgm:prSet>
      <dgm:spPr/>
    </dgm:pt>
    <dgm:pt modelId="{64BC0619-6C79-4838-B49F-84589EA3AEF6}" type="pres">
      <dgm:prSet presAssocID="{D8D1A9D4-6A92-4AB9-83C8-2822B0A60B84}" presName="desBackupRightNorm" presStyleCnt="0"/>
      <dgm:spPr/>
    </dgm:pt>
    <dgm:pt modelId="{267EFC75-1BD4-4CCE-973E-BCE22DE6870B}" type="pres">
      <dgm:prSet presAssocID="{F11CAE3E-3259-421A-AABC-518094528D8C}" presName="desSpace" presStyleCnt="0"/>
      <dgm:spPr/>
    </dgm:pt>
  </dgm:ptLst>
  <dgm:cxnLst>
    <dgm:cxn modelId="{B133961B-E359-4258-8ADC-EB79CD9DC4A8}" type="presOf" srcId="{66B18C6B-14E4-4FB6-8417-8BFAFF2FF666}" destId="{C4C50F40-3C4A-41C2-A33F-FC2AF21F0410}" srcOrd="0" destOrd="0" presId="urn:microsoft.com/office/officeart/2008/layout/CircleAccentTimeline"/>
    <dgm:cxn modelId="{6017BC1F-A65D-43CA-9C10-89D82CD4029D}" type="presOf" srcId="{D88CA160-1DF8-4D00-9B15-8C270DBC48F5}" destId="{C10A979F-3D25-40E4-9380-3D22C0C73A94}" srcOrd="0" destOrd="0" presId="urn:microsoft.com/office/officeart/2008/layout/CircleAccentTimeline"/>
    <dgm:cxn modelId="{FCE18321-6C9B-4A63-ADED-99E43E09BE8C}" srcId="{5AFC3E70-6607-4222-A1C8-83634C68C7AF}" destId="{D8D1A9D4-6A92-4AB9-83C8-2822B0A60B84}" srcOrd="0" destOrd="0" parTransId="{A34FDEEC-DC5D-4A9B-ADBD-FE407A4DD70D}" sibTransId="{F11CAE3E-3259-421A-AABC-518094528D8C}"/>
    <dgm:cxn modelId="{8E75883E-75EE-4DD7-ABCD-25F489C536DE}" type="presOf" srcId="{D8D1A9D4-6A92-4AB9-83C8-2822B0A60B84}" destId="{C50F7569-BD4E-48B1-BACC-902F96922781}" srcOrd="0" destOrd="0" presId="urn:microsoft.com/office/officeart/2008/layout/CircleAccentTimeline"/>
    <dgm:cxn modelId="{1D09E149-AEE7-479F-B32F-B25CAED03169}" srcId="{66B18C6B-14E4-4FB6-8417-8BFAFF2FF666}" destId="{D88CA160-1DF8-4D00-9B15-8C270DBC48F5}" srcOrd="0" destOrd="0" parTransId="{B504C4D1-9B5B-4086-A62F-75F0FFBC41E0}" sibTransId="{04052808-EBEA-4C2C-A731-9B9D61F22D50}"/>
    <dgm:cxn modelId="{959CF56A-616A-45F2-B599-ADFCC18EAFCD}" srcId="{CEEE23C3-4AC8-471A-BBDE-95C8A09E7FFB}" destId="{66B18C6B-14E4-4FB6-8417-8BFAFF2FF666}" srcOrd="0" destOrd="0" parTransId="{9C3810A4-8413-4060-8E67-83E85D8FD449}" sibTransId="{99C01936-AAAB-47EC-B25A-F9D6661A545B}"/>
    <dgm:cxn modelId="{4ED2A14B-A109-4AC4-B216-BFEBEBDD93E8}" type="presOf" srcId="{5AFC3E70-6607-4222-A1C8-83634C68C7AF}" destId="{591301FE-6B6D-4E26-8ADB-C5D58ACAB6D7}" srcOrd="0" destOrd="0" presId="urn:microsoft.com/office/officeart/2008/layout/CircleAccentTimeline"/>
    <dgm:cxn modelId="{80DEEB59-B143-4FBB-838E-3C247EFF717B}" type="presOf" srcId="{CEEE23C3-4AC8-471A-BBDE-95C8A09E7FFB}" destId="{F8C318B1-CDE8-4EB7-93CC-CF2263E40282}" srcOrd="0" destOrd="0" presId="urn:microsoft.com/office/officeart/2008/layout/CircleAccentTimeline"/>
    <dgm:cxn modelId="{3A0A76D9-236B-4416-BE31-0BC1E4D0399A}" srcId="{CEEE23C3-4AC8-471A-BBDE-95C8A09E7FFB}" destId="{5AFC3E70-6607-4222-A1C8-83634C68C7AF}" srcOrd="1" destOrd="0" parTransId="{AA85ADAD-3531-43C4-A509-F38E5F8FE05D}" sibTransId="{1B6BBB51-DA85-4D7E-8460-648C4F43DA3F}"/>
    <dgm:cxn modelId="{939D5C6F-4F33-444B-AB82-3697A8C95004}" type="presParOf" srcId="{F8C318B1-CDE8-4EB7-93CC-CF2263E40282}" destId="{EAE5D28A-3848-47CF-B3C8-21F1AE97F88F}" srcOrd="0" destOrd="0" presId="urn:microsoft.com/office/officeart/2008/layout/CircleAccentTimeline"/>
    <dgm:cxn modelId="{9DB5EABC-64E9-40E5-B859-D8469E515289}" type="presParOf" srcId="{EAE5D28A-3848-47CF-B3C8-21F1AE97F88F}" destId="{8A1C1444-87B1-4640-A467-018C2981577A}" srcOrd="0" destOrd="0" presId="urn:microsoft.com/office/officeart/2008/layout/CircleAccentTimeline"/>
    <dgm:cxn modelId="{8A4E28E0-9F7A-4837-B6A1-74C699DA79E4}" type="presParOf" srcId="{EAE5D28A-3848-47CF-B3C8-21F1AE97F88F}" destId="{C4C50F40-3C4A-41C2-A33F-FC2AF21F0410}" srcOrd="1" destOrd="0" presId="urn:microsoft.com/office/officeart/2008/layout/CircleAccentTimeline"/>
    <dgm:cxn modelId="{D5C1FD12-533C-4223-B23C-A9743EDA3D5F}" type="presParOf" srcId="{EAE5D28A-3848-47CF-B3C8-21F1AE97F88F}" destId="{81F1F1F0-E265-491C-8A0E-BB545AF992F7}" srcOrd="2" destOrd="0" presId="urn:microsoft.com/office/officeart/2008/layout/CircleAccentTimeline"/>
    <dgm:cxn modelId="{A8326EE8-A885-4956-9078-FC0C9EFD7877}" type="presParOf" srcId="{F8C318B1-CDE8-4EB7-93CC-CF2263E40282}" destId="{51A8A820-FBB0-4ACC-B34C-67E3EC531AD4}" srcOrd="1" destOrd="0" presId="urn:microsoft.com/office/officeart/2008/layout/CircleAccentTimeline"/>
    <dgm:cxn modelId="{A277C919-75E1-4EFC-979F-C453FEB7B656}" type="presParOf" srcId="{F8C318B1-CDE8-4EB7-93CC-CF2263E40282}" destId="{3944C88F-CE9E-4533-A56E-126B99C4959C}" srcOrd="2" destOrd="0" presId="urn:microsoft.com/office/officeart/2008/layout/CircleAccentTimeline"/>
    <dgm:cxn modelId="{FDCCC0A7-E20B-4276-B0BC-C7CD84D1FD13}" type="presParOf" srcId="{F8C318B1-CDE8-4EB7-93CC-CF2263E40282}" destId="{09F466A0-6CDC-413E-90EA-C5BF5BEEFA02}" srcOrd="3" destOrd="0" presId="urn:microsoft.com/office/officeart/2008/layout/CircleAccentTimeline"/>
    <dgm:cxn modelId="{7DA53829-A15D-4711-8939-7FA7F70452E7}" type="presParOf" srcId="{F8C318B1-CDE8-4EB7-93CC-CF2263E40282}" destId="{2F082316-A6F1-4ED6-A9F9-DDDECC1C6D44}" srcOrd="4" destOrd="0" presId="urn:microsoft.com/office/officeart/2008/layout/CircleAccentTimeline"/>
    <dgm:cxn modelId="{C7FD85A5-8CC3-408E-B76C-5A5C64F4C109}" type="presParOf" srcId="{2F082316-A6F1-4ED6-A9F9-DDDECC1C6D44}" destId="{14FA8230-CB23-405F-ADA5-33B5A290F34E}" srcOrd="0" destOrd="0" presId="urn:microsoft.com/office/officeart/2008/layout/CircleAccentTimeline"/>
    <dgm:cxn modelId="{CF6052F8-DDFA-4E87-8B4B-791317593D6F}" type="presParOf" srcId="{2F082316-A6F1-4ED6-A9F9-DDDECC1C6D44}" destId="{C10A979F-3D25-40E4-9380-3D22C0C73A94}" srcOrd="1" destOrd="0" presId="urn:microsoft.com/office/officeart/2008/layout/CircleAccentTimeline"/>
    <dgm:cxn modelId="{0D6702D1-9C46-4314-886B-51CF211BA992}" type="presParOf" srcId="{2F082316-A6F1-4ED6-A9F9-DDDECC1C6D44}" destId="{59A5E23D-F7FA-4828-87B7-91AB2B3818B3}" srcOrd="2" destOrd="0" presId="urn:microsoft.com/office/officeart/2008/layout/CircleAccentTimeline"/>
    <dgm:cxn modelId="{6486E17A-96EB-4DEC-AEAF-FB46C92F25E0}" type="presParOf" srcId="{F8C318B1-CDE8-4EB7-93CC-CF2263E40282}" destId="{A4FDD2CE-BEAB-4396-AE3C-DA7EBBD74691}" srcOrd="5" destOrd="0" presId="urn:microsoft.com/office/officeart/2008/layout/CircleAccentTimeline"/>
    <dgm:cxn modelId="{103B8233-BC46-4B7F-A47E-358B9975C382}" type="presParOf" srcId="{F8C318B1-CDE8-4EB7-93CC-CF2263E40282}" destId="{1EA9C40F-39C9-413C-A7FF-5DDEF68F67A2}" srcOrd="6" destOrd="0" presId="urn:microsoft.com/office/officeart/2008/layout/CircleAccentTimeline"/>
    <dgm:cxn modelId="{2E0768DD-B4E4-41FA-8A0E-06AC34207B78}" type="presParOf" srcId="{F8C318B1-CDE8-4EB7-93CC-CF2263E40282}" destId="{53F4577D-1B1D-4D05-9989-33FDFB9FEC94}" srcOrd="7" destOrd="0" presId="urn:microsoft.com/office/officeart/2008/layout/CircleAccentTimeline"/>
    <dgm:cxn modelId="{57F9D9A9-ED53-444D-B510-BE5C7D6A4AA5}" type="presParOf" srcId="{53F4577D-1B1D-4D05-9989-33FDFB9FEC94}" destId="{C86E5749-0D4D-4E8F-9861-7804C91833B4}" srcOrd="0" destOrd="0" presId="urn:microsoft.com/office/officeart/2008/layout/CircleAccentTimeline"/>
    <dgm:cxn modelId="{C50C30C8-454E-450A-8AC6-2122665C8936}" type="presParOf" srcId="{53F4577D-1B1D-4D05-9989-33FDFB9FEC94}" destId="{591301FE-6B6D-4E26-8ADB-C5D58ACAB6D7}" srcOrd="1" destOrd="0" presId="urn:microsoft.com/office/officeart/2008/layout/CircleAccentTimeline"/>
    <dgm:cxn modelId="{51CC8554-4CE9-4B1B-ACD4-4FE2D2ADECB1}" type="presParOf" srcId="{53F4577D-1B1D-4D05-9989-33FDFB9FEC94}" destId="{5268772D-1190-434C-8BF6-DECDADD9016E}" srcOrd="2" destOrd="0" presId="urn:microsoft.com/office/officeart/2008/layout/CircleAccentTimeline"/>
    <dgm:cxn modelId="{22574507-8C56-4CFB-A1AE-68185FAD6736}" type="presParOf" srcId="{F8C318B1-CDE8-4EB7-93CC-CF2263E40282}" destId="{1A233CD7-F8C7-485C-B9C4-EFAC373089EF}" srcOrd="8" destOrd="0" presId="urn:microsoft.com/office/officeart/2008/layout/CircleAccentTimeline"/>
    <dgm:cxn modelId="{A0DDCC58-AB85-48E1-9D26-45F3F9139AFB}" type="presParOf" srcId="{F8C318B1-CDE8-4EB7-93CC-CF2263E40282}" destId="{D3AC4215-98C6-4EA2-B052-511ECDFE06B7}" srcOrd="9" destOrd="0" presId="urn:microsoft.com/office/officeart/2008/layout/CircleAccentTimeline"/>
    <dgm:cxn modelId="{375F2621-F4B3-4E4D-9B6C-A0D8F9C4586F}" type="presParOf" srcId="{F8C318B1-CDE8-4EB7-93CC-CF2263E40282}" destId="{9A44CA1D-9FF3-4B0F-8EC8-7DF81737CE75}" srcOrd="10" destOrd="0" presId="urn:microsoft.com/office/officeart/2008/layout/CircleAccentTimeline"/>
    <dgm:cxn modelId="{B6B0FA5F-36F2-42C9-97F3-A6AEC4DCD114}" type="presParOf" srcId="{F8C318B1-CDE8-4EB7-93CC-CF2263E40282}" destId="{CDE730E3-1710-4A6D-9868-A728FBFDC0C8}" srcOrd="11" destOrd="0" presId="urn:microsoft.com/office/officeart/2008/layout/CircleAccentTimeline"/>
    <dgm:cxn modelId="{3114AA5A-D0FA-4783-B260-A2BF27DC2E9C}" type="presParOf" srcId="{CDE730E3-1710-4A6D-9868-A728FBFDC0C8}" destId="{D6BAEE57-A22B-40E6-BB41-9479F520BDED}" srcOrd="0" destOrd="0" presId="urn:microsoft.com/office/officeart/2008/layout/CircleAccentTimeline"/>
    <dgm:cxn modelId="{E66B0D54-81F6-4D13-80F2-DBEC6B37C539}" type="presParOf" srcId="{CDE730E3-1710-4A6D-9868-A728FBFDC0C8}" destId="{C50F7569-BD4E-48B1-BACC-902F96922781}" srcOrd="1" destOrd="0" presId="urn:microsoft.com/office/officeart/2008/layout/CircleAccentTimeline"/>
    <dgm:cxn modelId="{75727307-A045-44F5-BF9B-F8D0662ACEAB}" type="presParOf" srcId="{CDE730E3-1710-4A6D-9868-A728FBFDC0C8}" destId="{897EB439-4628-473E-8B43-C4026C92D5E0}" srcOrd="2" destOrd="0" presId="urn:microsoft.com/office/officeart/2008/layout/CircleAccentTimeline"/>
    <dgm:cxn modelId="{6E6249A2-0A0F-4CA8-A063-C5BB78017FAB}" type="presParOf" srcId="{F8C318B1-CDE8-4EB7-93CC-CF2263E40282}" destId="{64BC0619-6C79-4838-B49F-84589EA3AEF6}" srcOrd="12" destOrd="0" presId="urn:microsoft.com/office/officeart/2008/layout/CircleAccentTimeline"/>
    <dgm:cxn modelId="{EDEAD0F6-DC5A-4BCE-970E-7180F4D9E643}" type="presParOf" srcId="{F8C318B1-CDE8-4EB7-93CC-CF2263E40282}" destId="{267EFC75-1BD4-4CCE-973E-BCE22DE6870B}" srcOrd="13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F2FCCC-32E2-4CFF-8DB1-9D71634B1258}" type="doc">
      <dgm:prSet loTypeId="urn:microsoft.com/office/officeart/2005/8/layout/radial6" loCatId="cycle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DF61A1-F295-438A-A0A4-0591264427DC}">
      <dgm:prSet phldrT="[Text]" custT="1"/>
      <dgm:spPr/>
      <dgm:t>
        <a:bodyPr/>
        <a:lstStyle/>
        <a:p>
          <a:pPr>
            <a:buNone/>
          </a:pPr>
          <a:r>
            <a:rPr lang="en-US" sz="2400" b="1" dirty="0">
              <a:solidFill>
                <a:schemeClr val="bg1"/>
              </a:solidFill>
              <a:highlight>
                <a:srgbClr val="000000"/>
              </a:highlight>
            </a:rPr>
            <a:t>WATER WASTAGE</a:t>
          </a:r>
          <a:endParaRPr lang="en-IN" sz="4000" b="1" dirty="0">
            <a:solidFill>
              <a:schemeClr val="bg1"/>
            </a:solidFill>
            <a:highlight>
              <a:srgbClr val="000000"/>
            </a:highlight>
          </a:endParaRPr>
        </a:p>
      </dgm:t>
    </dgm:pt>
    <dgm:pt modelId="{B162EEEB-3947-4CAE-96A6-C29BE685E9FD}" type="parTrans" cxnId="{0E1FB7D1-E0DE-436A-8DC1-D78B801E9680}">
      <dgm:prSet/>
      <dgm:spPr/>
      <dgm:t>
        <a:bodyPr/>
        <a:lstStyle/>
        <a:p>
          <a:endParaRPr lang="en-IN"/>
        </a:p>
      </dgm:t>
    </dgm:pt>
    <dgm:pt modelId="{1F211E3B-C99C-48AA-A509-1C3F767FBDA0}" type="sibTrans" cxnId="{0E1FB7D1-E0DE-436A-8DC1-D78B801E9680}">
      <dgm:prSet/>
      <dgm:spPr/>
      <dgm:t>
        <a:bodyPr/>
        <a:lstStyle/>
        <a:p>
          <a:endParaRPr lang="en-IN"/>
        </a:p>
      </dgm:t>
    </dgm:pt>
    <dgm:pt modelId="{093A8C73-DD7C-4573-BCA4-BDB4F7B0FC4B}">
      <dgm:prSet phldrT="[Text]" custT="1"/>
      <dgm:spPr/>
      <dgm:t>
        <a:bodyPr/>
        <a:lstStyle/>
        <a:p>
          <a:pPr>
            <a:buNone/>
          </a:pPr>
          <a:r>
            <a:rPr lang="en-IN" sz="1800" b="1" dirty="0"/>
            <a:t>🚿 Long Showers</a:t>
          </a:r>
        </a:p>
      </dgm:t>
    </dgm:pt>
    <dgm:pt modelId="{EDE1AF71-B15A-48B1-8C9B-2476AA9F9E6B}" type="parTrans" cxnId="{975212DA-D7CE-48C1-A81A-1E4ABACFFCA2}">
      <dgm:prSet/>
      <dgm:spPr/>
      <dgm:t>
        <a:bodyPr/>
        <a:lstStyle/>
        <a:p>
          <a:endParaRPr lang="en-IN"/>
        </a:p>
      </dgm:t>
    </dgm:pt>
    <dgm:pt modelId="{3572D57F-2A81-463E-8D24-25D1CEE27214}" type="sibTrans" cxnId="{975212DA-D7CE-48C1-A81A-1E4ABACFFCA2}">
      <dgm:prSet/>
      <dgm:spPr/>
      <dgm:t>
        <a:bodyPr/>
        <a:lstStyle/>
        <a:p>
          <a:endParaRPr lang="en-IN"/>
        </a:p>
      </dgm:t>
    </dgm:pt>
    <dgm:pt modelId="{1744CCDE-647B-469A-BDE4-3D2F3285B9AA}">
      <dgm:prSet phldrT="[Text]" custT="1"/>
      <dgm:spPr/>
      <dgm:t>
        <a:bodyPr/>
        <a:lstStyle/>
        <a:p>
          <a:pPr>
            <a:buNone/>
          </a:pPr>
          <a:r>
            <a:rPr lang="en-IN" sz="1800" b="1" dirty="0"/>
            <a:t>🏭 Industrial Waste</a:t>
          </a:r>
        </a:p>
      </dgm:t>
    </dgm:pt>
    <dgm:pt modelId="{62F2C814-645B-4023-A528-D8A38F24AE34}" type="parTrans" cxnId="{B6B97028-8370-49BA-B93B-2E4F1718D840}">
      <dgm:prSet/>
      <dgm:spPr/>
      <dgm:t>
        <a:bodyPr/>
        <a:lstStyle/>
        <a:p>
          <a:endParaRPr lang="en-IN"/>
        </a:p>
      </dgm:t>
    </dgm:pt>
    <dgm:pt modelId="{71972E2E-598F-4CBC-BBDE-CC1E76CFA07D}" type="sibTrans" cxnId="{B6B97028-8370-49BA-B93B-2E4F1718D840}">
      <dgm:prSet/>
      <dgm:spPr/>
      <dgm:t>
        <a:bodyPr/>
        <a:lstStyle/>
        <a:p>
          <a:endParaRPr lang="en-IN"/>
        </a:p>
      </dgm:t>
    </dgm:pt>
    <dgm:pt modelId="{107A7A15-4E40-4CFC-BCDC-A5246FC06330}">
      <dgm:prSet phldrT="[Text]" custT="1"/>
      <dgm:spPr/>
      <dgm:t>
        <a:bodyPr/>
        <a:lstStyle/>
        <a:p>
          <a:pPr>
            <a:buNone/>
          </a:pPr>
          <a:r>
            <a:rPr lang="en-IN" sz="1800" b="1" dirty="0"/>
            <a:t>🌾 Inefficient Irrigation</a:t>
          </a:r>
        </a:p>
      </dgm:t>
    </dgm:pt>
    <dgm:pt modelId="{96230019-9056-44F9-A7CF-A55539816DDA}" type="parTrans" cxnId="{29FE20BC-5FED-480B-B602-62808D5B47E8}">
      <dgm:prSet/>
      <dgm:spPr/>
      <dgm:t>
        <a:bodyPr/>
        <a:lstStyle/>
        <a:p>
          <a:endParaRPr lang="en-IN"/>
        </a:p>
      </dgm:t>
    </dgm:pt>
    <dgm:pt modelId="{B9F6D35D-F71B-4105-88E5-D962246A09A4}" type="sibTrans" cxnId="{29FE20BC-5FED-480B-B602-62808D5B47E8}">
      <dgm:prSet/>
      <dgm:spPr/>
      <dgm:t>
        <a:bodyPr/>
        <a:lstStyle/>
        <a:p>
          <a:endParaRPr lang="en-IN"/>
        </a:p>
      </dgm:t>
    </dgm:pt>
    <dgm:pt modelId="{082B504F-6A31-4773-9014-3FAEDBC038AA}">
      <dgm:prSet phldrT="[Text]" custT="1"/>
      <dgm:spPr/>
      <dgm:t>
        <a:bodyPr/>
        <a:lstStyle/>
        <a:p>
          <a:pPr>
            <a:buNone/>
          </a:pPr>
          <a:r>
            <a:rPr lang="en-IN" sz="1400" b="1" dirty="0"/>
            <a:t>👁️❌</a:t>
          </a:r>
          <a:r>
            <a:rPr lang="en-US" sz="1400" b="1" dirty="0"/>
            <a:t>Lack of awareness</a:t>
          </a:r>
          <a:endParaRPr lang="en-IN" sz="1400" b="1" dirty="0"/>
        </a:p>
      </dgm:t>
    </dgm:pt>
    <dgm:pt modelId="{3C983628-2A90-40F1-94D7-DE6C8A38E1FD}" type="parTrans" cxnId="{07466476-BD3B-49A5-AF9D-B72C16A48D4B}">
      <dgm:prSet/>
      <dgm:spPr/>
      <dgm:t>
        <a:bodyPr/>
        <a:lstStyle/>
        <a:p>
          <a:endParaRPr lang="en-IN"/>
        </a:p>
      </dgm:t>
    </dgm:pt>
    <dgm:pt modelId="{D3056928-25DA-4C08-927B-54F8BA023DC5}" type="sibTrans" cxnId="{07466476-BD3B-49A5-AF9D-B72C16A48D4B}">
      <dgm:prSet/>
      <dgm:spPr/>
      <dgm:t>
        <a:bodyPr/>
        <a:lstStyle/>
        <a:p>
          <a:endParaRPr lang="en-IN"/>
        </a:p>
      </dgm:t>
    </dgm:pt>
    <dgm:pt modelId="{C07FD2C4-9E11-43C6-80C6-9594602EE576}">
      <dgm:prSet custT="1"/>
      <dgm:spPr/>
      <dgm:t>
        <a:bodyPr/>
        <a:lstStyle/>
        <a:p>
          <a:pPr>
            <a:buNone/>
          </a:pPr>
          <a:r>
            <a:rPr lang="en-IN" sz="2100" dirty="0"/>
            <a:t>🚰</a:t>
          </a:r>
          <a:r>
            <a:rPr lang="en-IN" sz="2000" b="1" dirty="0"/>
            <a:t> Leaking Taps</a:t>
          </a:r>
          <a:endParaRPr lang="en-IN" sz="2100" b="1" dirty="0"/>
        </a:p>
      </dgm:t>
    </dgm:pt>
    <dgm:pt modelId="{BF235E97-E20F-4A23-B31F-7BC02EFE3D2D}" type="parTrans" cxnId="{C5119D70-0F7F-4F24-B7D9-645EC8B35F6A}">
      <dgm:prSet/>
      <dgm:spPr/>
      <dgm:t>
        <a:bodyPr/>
        <a:lstStyle/>
        <a:p>
          <a:endParaRPr lang="en-IN"/>
        </a:p>
      </dgm:t>
    </dgm:pt>
    <dgm:pt modelId="{3B3F402B-833F-4536-8C60-8CF8B4706E2F}" type="sibTrans" cxnId="{C5119D70-0F7F-4F24-B7D9-645EC8B35F6A}">
      <dgm:prSet/>
      <dgm:spPr/>
      <dgm:t>
        <a:bodyPr/>
        <a:lstStyle/>
        <a:p>
          <a:endParaRPr lang="en-IN"/>
        </a:p>
      </dgm:t>
    </dgm:pt>
    <dgm:pt modelId="{E130E48F-35FD-418D-9B86-C8751D71B771}" type="pres">
      <dgm:prSet presAssocID="{F9F2FCCC-32E2-4CFF-8DB1-9D71634B125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7D5E3F8-8D43-4048-9E43-525D4E78317B}" type="pres">
      <dgm:prSet presAssocID="{8FDF61A1-F295-438A-A0A4-0591264427DC}" presName="centerShape" presStyleLbl="node0" presStyleIdx="0" presStyleCnt="1"/>
      <dgm:spPr/>
    </dgm:pt>
    <dgm:pt modelId="{6B1B8385-C34B-4FBE-A36C-B393EB01A60A}" type="pres">
      <dgm:prSet presAssocID="{093A8C73-DD7C-4573-BCA4-BDB4F7B0FC4B}" presName="node" presStyleLbl="node1" presStyleIdx="0" presStyleCnt="5">
        <dgm:presLayoutVars>
          <dgm:bulletEnabled val="1"/>
        </dgm:presLayoutVars>
      </dgm:prSet>
      <dgm:spPr/>
    </dgm:pt>
    <dgm:pt modelId="{9CABFB90-3192-4EF2-868F-A163D044C5D1}" type="pres">
      <dgm:prSet presAssocID="{093A8C73-DD7C-4573-BCA4-BDB4F7B0FC4B}" presName="dummy" presStyleCnt="0"/>
      <dgm:spPr/>
    </dgm:pt>
    <dgm:pt modelId="{227EFB9B-6645-4330-8183-34259D2C7866}" type="pres">
      <dgm:prSet presAssocID="{3572D57F-2A81-463E-8D24-25D1CEE27214}" presName="sibTrans" presStyleLbl="sibTrans2D1" presStyleIdx="0" presStyleCnt="5"/>
      <dgm:spPr/>
    </dgm:pt>
    <dgm:pt modelId="{CCCC1977-5A36-4847-9791-0072FA088A3E}" type="pres">
      <dgm:prSet presAssocID="{107A7A15-4E40-4CFC-BCDC-A5246FC06330}" presName="node" presStyleLbl="node1" presStyleIdx="1" presStyleCnt="5" custRadScaleRad="105607" custRadScaleInc="5461">
        <dgm:presLayoutVars>
          <dgm:bulletEnabled val="1"/>
        </dgm:presLayoutVars>
      </dgm:prSet>
      <dgm:spPr/>
    </dgm:pt>
    <dgm:pt modelId="{FF297388-67D3-4A4E-B37D-0816C68FD612}" type="pres">
      <dgm:prSet presAssocID="{107A7A15-4E40-4CFC-BCDC-A5246FC06330}" presName="dummy" presStyleCnt="0"/>
      <dgm:spPr/>
    </dgm:pt>
    <dgm:pt modelId="{3887DC7E-B372-48D6-B515-77784150CC1F}" type="pres">
      <dgm:prSet presAssocID="{B9F6D35D-F71B-4105-88E5-D962246A09A4}" presName="sibTrans" presStyleLbl="sibTrans2D1" presStyleIdx="1" presStyleCnt="5"/>
      <dgm:spPr/>
    </dgm:pt>
    <dgm:pt modelId="{A093CC5B-0AE1-4E62-9B8B-0936228E2F1E}" type="pres">
      <dgm:prSet presAssocID="{1744CCDE-647B-469A-BDE4-3D2F3285B9AA}" presName="node" presStyleLbl="node1" presStyleIdx="2" presStyleCnt="5">
        <dgm:presLayoutVars>
          <dgm:bulletEnabled val="1"/>
        </dgm:presLayoutVars>
      </dgm:prSet>
      <dgm:spPr/>
    </dgm:pt>
    <dgm:pt modelId="{56DB5000-3B46-4FF1-AC58-7E2C44CCBD98}" type="pres">
      <dgm:prSet presAssocID="{1744CCDE-647B-469A-BDE4-3D2F3285B9AA}" presName="dummy" presStyleCnt="0"/>
      <dgm:spPr/>
    </dgm:pt>
    <dgm:pt modelId="{04423495-4593-4249-BE34-A03086A82F97}" type="pres">
      <dgm:prSet presAssocID="{71972E2E-598F-4CBC-BBDE-CC1E76CFA07D}" presName="sibTrans" presStyleLbl="sibTrans2D1" presStyleIdx="2" presStyleCnt="5"/>
      <dgm:spPr/>
    </dgm:pt>
    <dgm:pt modelId="{D50195C8-BF05-4866-B9E9-5BEA86FB9198}" type="pres">
      <dgm:prSet presAssocID="{082B504F-6A31-4773-9014-3FAEDBC038AA}" presName="node" presStyleLbl="node1" presStyleIdx="3" presStyleCnt="5">
        <dgm:presLayoutVars>
          <dgm:bulletEnabled val="1"/>
        </dgm:presLayoutVars>
      </dgm:prSet>
      <dgm:spPr/>
    </dgm:pt>
    <dgm:pt modelId="{A82E83BD-715D-4F59-A46D-EED1E06A1A51}" type="pres">
      <dgm:prSet presAssocID="{082B504F-6A31-4773-9014-3FAEDBC038AA}" presName="dummy" presStyleCnt="0"/>
      <dgm:spPr/>
    </dgm:pt>
    <dgm:pt modelId="{1C8C9D9E-26FB-49A3-B790-889FCF431FC4}" type="pres">
      <dgm:prSet presAssocID="{D3056928-25DA-4C08-927B-54F8BA023DC5}" presName="sibTrans" presStyleLbl="sibTrans2D1" presStyleIdx="3" presStyleCnt="5"/>
      <dgm:spPr/>
    </dgm:pt>
    <dgm:pt modelId="{87144C1B-2459-43FA-A5D8-448DA429065E}" type="pres">
      <dgm:prSet presAssocID="{C07FD2C4-9E11-43C6-80C6-9594602EE576}" presName="node" presStyleLbl="node1" presStyleIdx="4" presStyleCnt="5">
        <dgm:presLayoutVars>
          <dgm:bulletEnabled val="1"/>
        </dgm:presLayoutVars>
      </dgm:prSet>
      <dgm:spPr/>
    </dgm:pt>
    <dgm:pt modelId="{9AAF3394-1ED6-4093-B27C-3297F3D17E36}" type="pres">
      <dgm:prSet presAssocID="{C07FD2C4-9E11-43C6-80C6-9594602EE576}" presName="dummy" presStyleCnt="0"/>
      <dgm:spPr/>
    </dgm:pt>
    <dgm:pt modelId="{A69A5149-87D0-41D1-848A-53805B760C05}" type="pres">
      <dgm:prSet presAssocID="{3B3F402B-833F-4536-8C60-8CF8B4706E2F}" presName="sibTrans" presStyleLbl="sibTrans2D1" presStyleIdx="4" presStyleCnt="5"/>
      <dgm:spPr/>
    </dgm:pt>
  </dgm:ptLst>
  <dgm:cxnLst>
    <dgm:cxn modelId="{D77CA707-FAE4-41B4-9BD7-365FEF8739F0}" type="presOf" srcId="{F9F2FCCC-32E2-4CFF-8DB1-9D71634B1258}" destId="{E130E48F-35FD-418D-9B86-C8751D71B771}" srcOrd="0" destOrd="0" presId="urn:microsoft.com/office/officeart/2005/8/layout/radial6"/>
    <dgm:cxn modelId="{A969D810-B99B-42D5-88FF-789B2215925E}" type="presOf" srcId="{1744CCDE-647B-469A-BDE4-3D2F3285B9AA}" destId="{A093CC5B-0AE1-4E62-9B8B-0936228E2F1E}" srcOrd="0" destOrd="0" presId="urn:microsoft.com/office/officeart/2005/8/layout/radial6"/>
    <dgm:cxn modelId="{D6AB1414-0096-4797-81B6-2A7E3D9062D3}" type="presOf" srcId="{3B3F402B-833F-4536-8C60-8CF8B4706E2F}" destId="{A69A5149-87D0-41D1-848A-53805B760C05}" srcOrd="0" destOrd="0" presId="urn:microsoft.com/office/officeart/2005/8/layout/radial6"/>
    <dgm:cxn modelId="{81CA9C20-3300-4B4A-AF8A-9230D3994992}" type="presOf" srcId="{3572D57F-2A81-463E-8D24-25D1CEE27214}" destId="{227EFB9B-6645-4330-8183-34259D2C7866}" srcOrd="0" destOrd="0" presId="urn:microsoft.com/office/officeart/2005/8/layout/radial6"/>
    <dgm:cxn modelId="{B6B97028-8370-49BA-B93B-2E4F1718D840}" srcId="{8FDF61A1-F295-438A-A0A4-0591264427DC}" destId="{1744CCDE-647B-469A-BDE4-3D2F3285B9AA}" srcOrd="2" destOrd="0" parTransId="{62F2C814-645B-4023-A528-D8A38F24AE34}" sibTransId="{71972E2E-598F-4CBC-BBDE-CC1E76CFA07D}"/>
    <dgm:cxn modelId="{D0804740-0B2D-4621-90CE-4F9895131792}" type="presOf" srcId="{082B504F-6A31-4773-9014-3FAEDBC038AA}" destId="{D50195C8-BF05-4866-B9E9-5BEA86FB9198}" srcOrd="0" destOrd="0" presId="urn:microsoft.com/office/officeart/2005/8/layout/radial6"/>
    <dgm:cxn modelId="{3C5B5060-9349-4F8B-BB38-6AD81E563884}" type="presOf" srcId="{71972E2E-598F-4CBC-BBDE-CC1E76CFA07D}" destId="{04423495-4593-4249-BE34-A03086A82F97}" srcOrd="0" destOrd="0" presId="urn:microsoft.com/office/officeart/2005/8/layout/radial6"/>
    <dgm:cxn modelId="{C5119D70-0F7F-4F24-B7D9-645EC8B35F6A}" srcId="{8FDF61A1-F295-438A-A0A4-0591264427DC}" destId="{C07FD2C4-9E11-43C6-80C6-9594602EE576}" srcOrd="4" destOrd="0" parTransId="{BF235E97-E20F-4A23-B31F-7BC02EFE3D2D}" sibTransId="{3B3F402B-833F-4536-8C60-8CF8B4706E2F}"/>
    <dgm:cxn modelId="{D4A84173-9D73-4A2F-AAF8-9EA34EECFB14}" type="presOf" srcId="{D3056928-25DA-4C08-927B-54F8BA023DC5}" destId="{1C8C9D9E-26FB-49A3-B790-889FCF431FC4}" srcOrd="0" destOrd="0" presId="urn:microsoft.com/office/officeart/2005/8/layout/radial6"/>
    <dgm:cxn modelId="{07466476-BD3B-49A5-AF9D-B72C16A48D4B}" srcId="{8FDF61A1-F295-438A-A0A4-0591264427DC}" destId="{082B504F-6A31-4773-9014-3FAEDBC038AA}" srcOrd="3" destOrd="0" parTransId="{3C983628-2A90-40F1-94D7-DE6C8A38E1FD}" sibTransId="{D3056928-25DA-4C08-927B-54F8BA023DC5}"/>
    <dgm:cxn modelId="{372E2D7F-512C-475A-A8A5-0FA6D981A875}" type="presOf" srcId="{093A8C73-DD7C-4573-BCA4-BDB4F7B0FC4B}" destId="{6B1B8385-C34B-4FBE-A36C-B393EB01A60A}" srcOrd="0" destOrd="0" presId="urn:microsoft.com/office/officeart/2005/8/layout/radial6"/>
    <dgm:cxn modelId="{BFF3BE7F-AE1C-4A94-9D92-86B3944C70DB}" type="presOf" srcId="{8FDF61A1-F295-438A-A0A4-0591264427DC}" destId="{07D5E3F8-8D43-4048-9E43-525D4E78317B}" srcOrd="0" destOrd="0" presId="urn:microsoft.com/office/officeart/2005/8/layout/radial6"/>
    <dgm:cxn modelId="{F41EF69B-1A4F-439C-B38C-ECFE8C9C9C77}" type="presOf" srcId="{C07FD2C4-9E11-43C6-80C6-9594602EE576}" destId="{87144C1B-2459-43FA-A5D8-448DA429065E}" srcOrd="0" destOrd="0" presId="urn:microsoft.com/office/officeart/2005/8/layout/radial6"/>
    <dgm:cxn modelId="{3CC235AD-EE82-4834-9F19-D8F57A9D6949}" type="presOf" srcId="{B9F6D35D-F71B-4105-88E5-D962246A09A4}" destId="{3887DC7E-B372-48D6-B515-77784150CC1F}" srcOrd="0" destOrd="0" presId="urn:microsoft.com/office/officeart/2005/8/layout/radial6"/>
    <dgm:cxn modelId="{29FE20BC-5FED-480B-B602-62808D5B47E8}" srcId="{8FDF61A1-F295-438A-A0A4-0591264427DC}" destId="{107A7A15-4E40-4CFC-BCDC-A5246FC06330}" srcOrd="1" destOrd="0" parTransId="{96230019-9056-44F9-A7CF-A55539816DDA}" sibTransId="{B9F6D35D-F71B-4105-88E5-D962246A09A4}"/>
    <dgm:cxn modelId="{0E1FB7D1-E0DE-436A-8DC1-D78B801E9680}" srcId="{F9F2FCCC-32E2-4CFF-8DB1-9D71634B1258}" destId="{8FDF61A1-F295-438A-A0A4-0591264427DC}" srcOrd="0" destOrd="0" parTransId="{B162EEEB-3947-4CAE-96A6-C29BE685E9FD}" sibTransId="{1F211E3B-C99C-48AA-A509-1C3F767FBDA0}"/>
    <dgm:cxn modelId="{975212DA-D7CE-48C1-A81A-1E4ABACFFCA2}" srcId="{8FDF61A1-F295-438A-A0A4-0591264427DC}" destId="{093A8C73-DD7C-4573-BCA4-BDB4F7B0FC4B}" srcOrd="0" destOrd="0" parTransId="{EDE1AF71-B15A-48B1-8C9B-2476AA9F9E6B}" sibTransId="{3572D57F-2A81-463E-8D24-25D1CEE27214}"/>
    <dgm:cxn modelId="{5F4036F8-7323-40F1-B9CF-C5AB9ACCDAB4}" type="presOf" srcId="{107A7A15-4E40-4CFC-BCDC-A5246FC06330}" destId="{CCCC1977-5A36-4847-9791-0072FA088A3E}" srcOrd="0" destOrd="0" presId="urn:microsoft.com/office/officeart/2005/8/layout/radial6"/>
    <dgm:cxn modelId="{DDF66B04-5309-494A-9B58-50B0B3D0116A}" type="presParOf" srcId="{E130E48F-35FD-418D-9B86-C8751D71B771}" destId="{07D5E3F8-8D43-4048-9E43-525D4E78317B}" srcOrd="0" destOrd="0" presId="urn:microsoft.com/office/officeart/2005/8/layout/radial6"/>
    <dgm:cxn modelId="{FF5C6256-F2F4-4B7E-B7BC-EAB7F725FDFF}" type="presParOf" srcId="{E130E48F-35FD-418D-9B86-C8751D71B771}" destId="{6B1B8385-C34B-4FBE-A36C-B393EB01A60A}" srcOrd="1" destOrd="0" presId="urn:microsoft.com/office/officeart/2005/8/layout/radial6"/>
    <dgm:cxn modelId="{8C1E4EDB-9510-4DDC-BEA8-F92FD40E30C0}" type="presParOf" srcId="{E130E48F-35FD-418D-9B86-C8751D71B771}" destId="{9CABFB90-3192-4EF2-868F-A163D044C5D1}" srcOrd="2" destOrd="0" presId="urn:microsoft.com/office/officeart/2005/8/layout/radial6"/>
    <dgm:cxn modelId="{EF0278B5-68CE-4A29-9F61-171EF8FE51EE}" type="presParOf" srcId="{E130E48F-35FD-418D-9B86-C8751D71B771}" destId="{227EFB9B-6645-4330-8183-34259D2C7866}" srcOrd="3" destOrd="0" presId="urn:microsoft.com/office/officeart/2005/8/layout/radial6"/>
    <dgm:cxn modelId="{3B92504D-44FE-498D-9EEB-067710D5713A}" type="presParOf" srcId="{E130E48F-35FD-418D-9B86-C8751D71B771}" destId="{CCCC1977-5A36-4847-9791-0072FA088A3E}" srcOrd="4" destOrd="0" presId="urn:microsoft.com/office/officeart/2005/8/layout/radial6"/>
    <dgm:cxn modelId="{B755DD87-4ED9-4585-B676-D40596FEF702}" type="presParOf" srcId="{E130E48F-35FD-418D-9B86-C8751D71B771}" destId="{FF297388-67D3-4A4E-B37D-0816C68FD612}" srcOrd="5" destOrd="0" presId="urn:microsoft.com/office/officeart/2005/8/layout/radial6"/>
    <dgm:cxn modelId="{1A584FDA-3FB0-4009-B5E1-F61D3D450472}" type="presParOf" srcId="{E130E48F-35FD-418D-9B86-C8751D71B771}" destId="{3887DC7E-B372-48D6-B515-77784150CC1F}" srcOrd="6" destOrd="0" presId="urn:microsoft.com/office/officeart/2005/8/layout/radial6"/>
    <dgm:cxn modelId="{9C1D6416-A0CA-4A27-80D8-BC68E08CC8BC}" type="presParOf" srcId="{E130E48F-35FD-418D-9B86-C8751D71B771}" destId="{A093CC5B-0AE1-4E62-9B8B-0936228E2F1E}" srcOrd="7" destOrd="0" presId="urn:microsoft.com/office/officeart/2005/8/layout/radial6"/>
    <dgm:cxn modelId="{1C3D2AC6-1E67-43D6-8E82-C2AA6AA215E0}" type="presParOf" srcId="{E130E48F-35FD-418D-9B86-C8751D71B771}" destId="{56DB5000-3B46-4FF1-AC58-7E2C44CCBD98}" srcOrd="8" destOrd="0" presId="urn:microsoft.com/office/officeart/2005/8/layout/radial6"/>
    <dgm:cxn modelId="{043F4700-19F9-40DB-8B0F-ED9D99995C90}" type="presParOf" srcId="{E130E48F-35FD-418D-9B86-C8751D71B771}" destId="{04423495-4593-4249-BE34-A03086A82F97}" srcOrd="9" destOrd="0" presId="urn:microsoft.com/office/officeart/2005/8/layout/radial6"/>
    <dgm:cxn modelId="{774E105A-1F68-4C89-AAAB-F6AC22C9F3ED}" type="presParOf" srcId="{E130E48F-35FD-418D-9B86-C8751D71B771}" destId="{D50195C8-BF05-4866-B9E9-5BEA86FB9198}" srcOrd="10" destOrd="0" presId="urn:microsoft.com/office/officeart/2005/8/layout/radial6"/>
    <dgm:cxn modelId="{1ED7D4EC-8C7E-4DE9-9F2D-7A3BB3EDEBA3}" type="presParOf" srcId="{E130E48F-35FD-418D-9B86-C8751D71B771}" destId="{A82E83BD-715D-4F59-A46D-EED1E06A1A51}" srcOrd="11" destOrd="0" presId="urn:microsoft.com/office/officeart/2005/8/layout/radial6"/>
    <dgm:cxn modelId="{D4A17FE5-8975-495E-A5D4-07513ED871AE}" type="presParOf" srcId="{E130E48F-35FD-418D-9B86-C8751D71B771}" destId="{1C8C9D9E-26FB-49A3-B790-889FCF431FC4}" srcOrd="12" destOrd="0" presId="urn:microsoft.com/office/officeart/2005/8/layout/radial6"/>
    <dgm:cxn modelId="{2E983309-9EF2-4E84-A1A1-8F8AF65B40EF}" type="presParOf" srcId="{E130E48F-35FD-418D-9B86-C8751D71B771}" destId="{87144C1B-2459-43FA-A5D8-448DA429065E}" srcOrd="13" destOrd="0" presId="urn:microsoft.com/office/officeart/2005/8/layout/radial6"/>
    <dgm:cxn modelId="{F1A109AD-E050-4FD2-A67B-99B404FC0EE3}" type="presParOf" srcId="{E130E48F-35FD-418D-9B86-C8751D71B771}" destId="{9AAF3394-1ED6-4093-B27C-3297F3D17E36}" srcOrd="14" destOrd="0" presId="urn:microsoft.com/office/officeart/2005/8/layout/radial6"/>
    <dgm:cxn modelId="{9ACCD805-F240-4999-9EF5-297DFF7CA438}" type="presParOf" srcId="{E130E48F-35FD-418D-9B86-C8751D71B771}" destId="{A69A5149-87D0-41D1-848A-53805B760C05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D9DB4F-D944-44F6-A145-F3072C49120E}" type="doc">
      <dgm:prSet loTypeId="urn:microsoft.com/office/officeart/2009/3/layout/SnapshotPictureList" loCatId="picture" qsTypeId="urn:microsoft.com/office/officeart/2005/8/quickstyle/3d7" qsCatId="3D" csTypeId="urn:microsoft.com/office/officeart/2005/8/colors/accent1_2" csCatId="accent1" phldr="1"/>
      <dgm:spPr/>
    </dgm:pt>
    <dgm:pt modelId="{38D16AA7-F147-4EDB-87A7-6BE1EDF15C0E}">
      <dgm:prSet phldrT="[Text]" custT="1"/>
      <dgm:spPr/>
      <dgm:t>
        <a:bodyPr/>
        <a:lstStyle/>
        <a:p>
          <a:r>
            <a:rPr lang="en-US" sz="700" dirty="0">
              <a:solidFill>
                <a:schemeClr val="tx1"/>
              </a:solidFill>
            </a:rPr>
            <a:t>“</a:t>
          </a:r>
          <a:r>
            <a:rPr lang="en-US" sz="1600" b="1" dirty="0">
              <a:solidFill>
                <a:schemeClr val="tx1"/>
              </a:solidFill>
            </a:rPr>
            <a:t>Water is </a:t>
          </a:r>
          <a:r>
            <a:rPr lang="en-US" sz="1200" b="1" dirty="0">
              <a:solidFill>
                <a:schemeClr val="tx1"/>
              </a:solidFill>
            </a:rPr>
            <a:t>wasted not because it </a:t>
          </a:r>
          <a:r>
            <a:rPr lang="en-US" sz="1050" b="1" dirty="0">
              <a:solidFill>
                <a:schemeClr val="tx1"/>
              </a:solidFill>
            </a:rPr>
            <a:t>is </a:t>
          </a:r>
          <a:r>
            <a:rPr lang="en-US" sz="1200" b="1" dirty="0">
              <a:solidFill>
                <a:schemeClr val="tx1"/>
              </a:solidFill>
            </a:rPr>
            <a:t>unlimited, but </a:t>
          </a:r>
          <a:r>
            <a:rPr lang="en-US" sz="1400" b="1" dirty="0">
              <a:solidFill>
                <a:schemeClr val="tx1"/>
              </a:solidFill>
            </a:rPr>
            <a:t>b</a:t>
          </a:r>
          <a:r>
            <a:rPr lang="en-US" sz="1600" b="1" dirty="0">
              <a:solidFill>
                <a:schemeClr val="tx1"/>
              </a:solidFill>
            </a:rPr>
            <a:t>e</a:t>
          </a:r>
          <a:r>
            <a:rPr lang="en-US" sz="1200" b="1" dirty="0">
              <a:solidFill>
                <a:schemeClr val="tx1"/>
              </a:solidFill>
            </a:rPr>
            <a:t>c</a:t>
          </a:r>
          <a:r>
            <a:rPr lang="en-US" sz="1600" b="1" dirty="0">
              <a:solidFill>
                <a:schemeClr val="tx1"/>
              </a:solidFill>
            </a:rPr>
            <a:t>ause we often</a:t>
          </a:r>
          <a:r>
            <a:rPr lang="en-US" sz="1800" b="1" dirty="0">
              <a:solidFill>
                <a:schemeClr val="tx1"/>
              </a:solidFill>
            </a:rPr>
            <a:t> </a:t>
          </a:r>
          <a:r>
            <a:rPr lang="en-US" sz="1600" b="1" dirty="0">
              <a:solidFill>
                <a:schemeClr val="tx1"/>
              </a:solidFill>
            </a:rPr>
            <a:t>fail to </a:t>
          </a:r>
          <a:r>
            <a:rPr lang="en-US" sz="1400" b="1" dirty="0">
              <a:solidFill>
                <a:schemeClr val="tx1"/>
              </a:solidFill>
            </a:rPr>
            <a:t>value every drop</a:t>
          </a:r>
          <a:r>
            <a:rPr lang="en-US" sz="900" b="1" dirty="0">
              <a:solidFill>
                <a:schemeClr val="tx1"/>
              </a:solidFill>
            </a:rPr>
            <a:t>.”</a:t>
          </a:r>
          <a:endParaRPr lang="en-IN" sz="500" b="1" dirty="0">
            <a:solidFill>
              <a:schemeClr val="tx1"/>
            </a:solidFill>
          </a:endParaRPr>
        </a:p>
      </dgm:t>
    </dgm:pt>
    <dgm:pt modelId="{D25BE2C7-F083-468A-837E-36E3B2CFAECC}" type="parTrans" cxnId="{4043829E-1940-4141-96F5-2B3F79E7F5A4}">
      <dgm:prSet/>
      <dgm:spPr/>
      <dgm:t>
        <a:bodyPr/>
        <a:lstStyle/>
        <a:p>
          <a:endParaRPr lang="en-IN"/>
        </a:p>
      </dgm:t>
    </dgm:pt>
    <dgm:pt modelId="{BFB30532-E82A-4BB4-B16E-14B77C7BFE83}" type="sibTrans" cxnId="{4043829E-1940-4141-96F5-2B3F79E7F5A4}">
      <dgm:prSet/>
      <dgm:spPr/>
      <dgm:t>
        <a:bodyPr/>
        <a:lstStyle/>
        <a:p>
          <a:endParaRPr lang="en-IN"/>
        </a:p>
      </dgm:t>
    </dgm:pt>
    <dgm:pt modelId="{789F7F28-03FB-4C55-9107-B9BCAAADD11C}" type="pres">
      <dgm:prSet presAssocID="{34D9DB4F-D944-44F6-A145-F3072C49120E}" presName="Name0" presStyleCnt="0">
        <dgm:presLayoutVars>
          <dgm:chMax/>
          <dgm:chPref/>
          <dgm:dir/>
          <dgm:animLvl val="lvl"/>
        </dgm:presLayoutVars>
      </dgm:prSet>
      <dgm:spPr/>
    </dgm:pt>
    <dgm:pt modelId="{9B29C8AF-8EF9-48DB-B3A0-44C2838BAA9E}" type="pres">
      <dgm:prSet presAssocID="{38D16AA7-F147-4EDB-87A7-6BE1EDF15C0E}" presName="composite" presStyleCnt="0"/>
      <dgm:spPr/>
    </dgm:pt>
    <dgm:pt modelId="{DAADEDA4-E35C-4D82-801D-6BF443085216}" type="pres">
      <dgm:prSet presAssocID="{38D16AA7-F147-4EDB-87A7-6BE1EDF15C0E}" presName="ParentAccentShape" presStyleLbl="trBgShp" presStyleIdx="0" presStyleCnt="1" custLinFactNeighborX="5943" custLinFactNeighborY="1332"/>
      <dgm:spPr/>
    </dgm:pt>
    <dgm:pt modelId="{AE684D2F-65F8-46F4-9804-5741CA801B56}" type="pres">
      <dgm:prSet presAssocID="{38D16AA7-F147-4EDB-87A7-6BE1EDF15C0E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44F5F45E-972F-423F-AF38-DA98527034B7}" type="pres">
      <dgm:prSet presAssocID="{38D16AA7-F147-4EDB-87A7-6BE1EDF15C0E}" presName="ChildText" presStyleLbl="revTx" presStyleIdx="1" presStyleCnt="2">
        <dgm:presLayoutVars>
          <dgm:chMax val="0"/>
          <dgm:chPref val="0"/>
        </dgm:presLayoutVars>
      </dgm:prSet>
      <dgm:spPr/>
    </dgm:pt>
    <dgm:pt modelId="{14E47E43-FBA5-470F-8418-8F1231862AF4}" type="pres">
      <dgm:prSet presAssocID="{38D16AA7-F147-4EDB-87A7-6BE1EDF15C0E}" presName="ChildAccentShape" presStyleLbl="trBgShp" presStyleIdx="0" presStyleCnt="1"/>
      <dgm:spPr/>
    </dgm:pt>
    <dgm:pt modelId="{81DA7E64-B765-4ECE-B6CF-DE57D72CDF1D}" type="pres">
      <dgm:prSet presAssocID="{38D16AA7-F147-4EDB-87A7-6BE1EDF15C0E}" presName="Image" presStyleLbl="alignImgPlace1" presStyleIdx="0" presStyleCnt="1" custLinFactNeighborX="54416" custLinFactNeighborY="-3129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>
          <a:solidFill>
            <a:schemeClr val="tx1">
              <a:lumMod val="95000"/>
              <a:lumOff val="5000"/>
            </a:schemeClr>
          </a:solidFill>
        </a:ln>
      </dgm:spPr>
    </dgm:pt>
  </dgm:ptLst>
  <dgm:cxnLst>
    <dgm:cxn modelId="{4043829E-1940-4141-96F5-2B3F79E7F5A4}" srcId="{34D9DB4F-D944-44F6-A145-F3072C49120E}" destId="{38D16AA7-F147-4EDB-87A7-6BE1EDF15C0E}" srcOrd="0" destOrd="0" parTransId="{D25BE2C7-F083-468A-837E-36E3B2CFAECC}" sibTransId="{BFB30532-E82A-4BB4-B16E-14B77C7BFE83}"/>
    <dgm:cxn modelId="{A3ED39F8-8983-4450-A818-E89A9C193D57}" type="presOf" srcId="{38D16AA7-F147-4EDB-87A7-6BE1EDF15C0E}" destId="{AE684D2F-65F8-46F4-9804-5741CA801B56}" srcOrd="0" destOrd="0" presId="urn:microsoft.com/office/officeart/2009/3/layout/SnapshotPictureList"/>
    <dgm:cxn modelId="{437D54FE-E610-469C-9169-3CBBBED803C8}" type="presOf" srcId="{34D9DB4F-D944-44F6-A145-F3072C49120E}" destId="{789F7F28-03FB-4C55-9107-B9BCAAADD11C}" srcOrd="0" destOrd="0" presId="urn:microsoft.com/office/officeart/2009/3/layout/SnapshotPictureList"/>
    <dgm:cxn modelId="{EA0962BE-E0CE-4470-903F-48EEA3E53EBF}" type="presParOf" srcId="{789F7F28-03FB-4C55-9107-B9BCAAADD11C}" destId="{9B29C8AF-8EF9-48DB-B3A0-44C2838BAA9E}" srcOrd="0" destOrd="0" presId="urn:microsoft.com/office/officeart/2009/3/layout/SnapshotPictureList"/>
    <dgm:cxn modelId="{3AC9C570-F6DA-4A19-B0FF-B832B19078DF}" type="presParOf" srcId="{9B29C8AF-8EF9-48DB-B3A0-44C2838BAA9E}" destId="{DAADEDA4-E35C-4D82-801D-6BF443085216}" srcOrd="0" destOrd="0" presId="urn:microsoft.com/office/officeart/2009/3/layout/SnapshotPictureList"/>
    <dgm:cxn modelId="{5345C2B6-FE58-4C70-B2A3-B55B97B50856}" type="presParOf" srcId="{9B29C8AF-8EF9-48DB-B3A0-44C2838BAA9E}" destId="{AE684D2F-65F8-46F4-9804-5741CA801B56}" srcOrd="1" destOrd="0" presId="urn:microsoft.com/office/officeart/2009/3/layout/SnapshotPictureList"/>
    <dgm:cxn modelId="{9A26D35B-63E7-478D-AE75-42AE988B4D59}" type="presParOf" srcId="{9B29C8AF-8EF9-48DB-B3A0-44C2838BAA9E}" destId="{44F5F45E-972F-423F-AF38-DA98527034B7}" srcOrd="2" destOrd="0" presId="urn:microsoft.com/office/officeart/2009/3/layout/SnapshotPictureList"/>
    <dgm:cxn modelId="{11BA4F50-99B9-440F-88CF-7A65E085B5C6}" type="presParOf" srcId="{9B29C8AF-8EF9-48DB-B3A0-44C2838BAA9E}" destId="{14E47E43-FBA5-470F-8418-8F1231862AF4}" srcOrd="3" destOrd="0" presId="urn:microsoft.com/office/officeart/2009/3/layout/SnapshotPictureList"/>
    <dgm:cxn modelId="{C7D83E79-6F43-4DAA-BA95-01E29E6F0330}" type="presParOf" srcId="{9B29C8AF-8EF9-48DB-B3A0-44C2838BAA9E}" destId="{81DA7E64-B765-4ECE-B6CF-DE57D72CDF1D}" srcOrd="4" destOrd="0" presId="urn:microsoft.com/office/officeart/2009/3/layout/SnapshotPictureList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C1444-87B1-4640-A467-018C2981577A}">
      <dsp:nvSpPr>
        <dsp:cNvPr id="0" name=""/>
        <dsp:cNvSpPr/>
      </dsp:nvSpPr>
      <dsp:spPr>
        <a:xfrm>
          <a:off x="535491" y="2027947"/>
          <a:ext cx="1682141" cy="1682141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50F40-3C4A-41C2-A33F-FC2AF21F0410}">
      <dsp:nvSpPr>
        <dsp:cNvPr id="0" name=""/>
        <dsp:cNvSpPr/>
      </dsp:nvSpPr>
      <dsp:spPr>
        <a:xfrm rot="17700000">
          <a:off x="1136845" y="638124"/>
          <a:ext cx="2073803" cy="1044812"/>
        </a:xfrm>
        <a:prstGeom prst="rect">
          <a:avLst/>
        </a:prstGeom>
        <a:solidFill>
          <a:schemeClr val="accent1">
            <a:lumMod val="50000"/>
          </a:schemeClr>
        </a:solidFill>
        <a:ln>
          <a:solidFill>
            <a:schemeClr val="tx1"/>
          </a:solidFill>
        </a:ln>
        <a:effectLst/>
        <a:scene3d>
          <a:camera prst="orthographicFront"/>
          <a:lightRig rig="threePt" dir="t"/>
        </a:scene3d>
        <a:sp3d>
          <a:bevelT prst="slope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>
              <a:solidFill>
                <a:schemeClr val="bg1"/>
              </a:solidFill>
            </a:rPr>
            <a:t>Water Scarcity </a:t>
          </a:r>
          <a:r>
            <a:rPr lang="en-IN" sz="2600" kern="1200" dirty="0">
              <a:solidFill>
                <a:schemeClr val="bg1"/>
              </a:solidFill>
            </a:rPr>
            <a:t>→</a:t>
          </a:r>
          <a:r>
            <a:rPr lang="en-IN" sz="2600" kern="1200" dirty="0"/>
            <a:t> </a:t>
          </a:r>
        </a:p>
      </dsp:txBody>
      <dsp:txXfrm>
        <a:off x="1136845" y="638124"/>
        <a:ext cx="2073803" cy="1044812"/>
      </dsp:txXfrm>
    </dsp:sp>
    <dsp:sp modelId="{14FA8230-CB23-405F-ADA5-33B5A290F34E}">
      <dsp:nvSpPr>
        <dsp:cNvPr id="0" name=""/>
        <dsp:cNvSpPr/>
      </dsp:nvSpPr>
      <dsp:spPr>
        <a:xfrm>
          <a:off x="2357484" y="2432449"/>
          <a:ext cx="873138" cy="8731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A979F-3D25-40E4-9380-3D22C0C73A94}">
      <dsp:nvSpPr>
        <dsp:cNvPr id="0" name=""/>
        <dsp:cNvSpPr/>
      </dsp:nvSpPr>
      <dsp:spPr>
        <a:xfrm rot="17700000">
          <a:off x="1323371" y="3647720"/>
          <a:ext cx="1808890" cy="872179"/>
        </a:xfrm>
        <a:prstGeom prst="rect">
          <a:avLst/>
        </a:prstGeom>
        <a:solidFill>
          <a:schemeClr val="accent1">
            <a:lumMod val="50000"/>
          </a:schemeClr>
        </a:solidFill>
        <a:ln>
          <a:solidFill>
            <a:schemeClr val="tx1"/>
          </a:solidFill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6040" bIns="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>
              <a:solidFill>
                <a:schemeClr val="bg1"/>
              </a:solidFill>
            </a:rPr>
            <a:t>Pollution →</a:t>
          </a:r>
        </a:p>
      </dsp:txBody>
      <dsp:txXfrm>
        <a:off x="1323371" y="3647720"/>
        <a:ext cx="1808890" cy="872179"/>
      </dsp:txXfrm>
    </dsp:sp>
    <dsp:sp modelId="{59A5E23D-F7FA-4828-87B7-91AB2B3818B3}">
      <dsp:nvSpPr>
        <dsp:cNvPr id="0" name=""/>
        <dsp:cNvSpPr/>
      </dsp:nvSpPr>
      <dsp:spPr>
        <a:xfrm rot="17700000">
          <a:off x="2455844" y="1218138"/>
          <a:ext cx="1808890" cy="872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6E5749-0D4D-4E8F-9861-7804C91833B4}">
      <dsp:nvSpPr>
        <dsp:cNvPr id="0" name=""/>
        <dsp:cNvSpPr/>
      </dsp:nvSpPr>
      <dsp:spPr>
        <a:xfrm>
          <a:off x="3357327" y="2027947"/>
          <a:ext cx="1682141" cy="1682141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301FE-6B6D-4E26-8ADB-C5D58ACAB6D7}">
      <dsp:nvSpPr>
        <dsp:cNvPr id="0" name=""/>
        <dsp:cNvSpPr/>
      </dsp:nvSpPr>
      <dsp:spPr>
        <a:xfrm rot="17700000">
          <a:off x="3950038" y="656658"/>
          <a:ext cx="2091089" cy="1007743"/>
        </a:xfrm>
        <a:prstGeom prst="rect">
          <a:avLst/>
        </a:prstGeom>
        <a:solidFill>
          <a:schemeClr val="accent1">
            <a:lumMod val="50000"/>
          </a:schemeClr>
        </a:solidFill>
        <a:ln>
          <a:solidFill>
            <a:schemeClr val="tx1"/>
          </a:solidFill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>
              <a:solidFill>
                <a:schemeClr val="bg1"/>
              </a:solidFill>
            </a:rPr>
            <a:t>Groundwater Depletion →</a:t>
          </a:r>
        </a:p>
      </dsp:txBody>
      <dsp:txXfrm>
        <a:off x="3950038" y="656658"/>
        <a:ext cx="2091089" cy="1007743"/>
      </dsp:txXfrm>
    </dsp:sp>
    <dsp:sp modelId="{D6BAEE57-A22B-40E6-BB41-9479F520BDED}">
      <dsp:nvSpPr>
        <dsp:cNvPr id="0" name=""/>
        <dsp:cNvSpPr/>
      </dsp:nvSpPr>
      <dsp:spPr>
        <a:xfrm>
          <a:off x="5386297" y="2432449"/>
          <a:ext cx="873138" cy="8731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F7569-BD4E-48B1-BACC-902F96922781}">
      <dsp:nvSpPr>
        <dsp:cNvPr id="0" name=""/>
        <dsp:cNvSpPr/>
      </dsp:nvSpPr>
      <dsp:spPr>
        <a:xfrm rot="17700000">
          <a:off x="4496911" y="3337352"/>
          <a:ext cx="1519437" cy="1492913"/>
        </a:xfrm>
        <a:prstGeom prst="rect">
          <a:avLst/>
        </a:prstGeom>
        <a:solidFill>
          <a:schemeClr val="accent1">
            <a:lumMod val="50000"/>
          </a:schemeClr>
        </a:solidFill>
        <a:ln>
          <a:solidFill>
            <a:schemeClr val="tx1"/>
          </a:solidFill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6040" bIns="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>
              <a:solidFill>
                <a:schemeClr val="bg1"/>
              </a:solidFill>
            </a:rPr>
            <a:t>Climate Change  </a:t>
          </a:r>
        </a:p>
      </dsp:txBody>
      <dsp:txXfrm>
        <a:off x="4496911" y="3337352"/>
        <a:ext cx="1519437" cy="1492913"/>
      </dsp:txXfrm>
    </dsp:sp>
    <dsp:sp modelId="{897EB439-4628-473E-8B43-C4026C92D5E0}">
      <dsp:nvSpPr>
        <dsp:cNvPr id="0" name=""/>
        <dsp:cNvSpPr/>
      </dsp:nvSpPr>
      <dsp:spPr>
        <a:xfrm rot="17700000">
          <a:off x="5484658" y="1218138"/>
          <a:ext cx="1808890" cy="872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A5149-87D0-41D1-848A-53805B760C05}">
      <dsp:nvSpPr>
        <dsp:cNvPr id="0" name=""/>
        <dsp:cNvSpPr/>
      </dsp:nvSpPr>
      <dsp:spPr>
        <a:xfrm>
          <a:off x="1934167" y="660290"/>
          <a:ext cx="4399365" cy="4399365"/>
        </a:xfrm>
        <a:prstGeom prst="blockArc">
          <a:avLst>
            <a:gd name="adj1" fmla="val 11880000"/>
            <a:gd name="adj2" fmla="val 162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8C9D9E-26FB-49A3-B790-889FCF431FC4}">
      <dsp:nvSpPr>
        <dsp:cNvPr id="0" name=""/>
        <dsp:cNvSpPr/>
      </dsp:nvSpPr>
      <dsp:spPr>
        <a:xfrm>
          <a:off x="1934167" y="660290"/>
          <a:ext cx="4399365" cy="4399365"/>
        </a:xfrm>
        <a:prstGeom prst="blockArc">
          <a:avLst>
            <a:gd name="adj1" fmla="val 7560000"/>
            <a:gd name="adj2" fmla="val 1188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423495-4593-4249-BE34-A03086A82F97}">
      <dsp:nvSpPr>
        <dsp:cNvPr id="0" name=""/>
        <dsp:cNvSpPr/>
      </dsp:nvSpPr>
      <dsp:spPr>
        <a:xfrm>
          <a:off x="1934167" y="660290"/>
          <a:ext cx="4399365" cy="4399365"/>
        </a:xfrm>
        <a:prstGeom prst="blockArc">
          <a:avLst>
            <a:gd name="adj1" fmla="val 3240000"/>
            <a:gd name="adj2" fmla="val 756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87DC7E-B372-48D6-B515-77784150CC1F}">
      <dsp:nvSpPr>
        <dsp:cNvPr id="0" name=""/>
        <dsp:cNvSpPr/>
      </dsp:nvSpPr>
      <dsp:spPr>
        <a:xfrm>
          <a:off x="2038873" y="588838"/>
          <a:ext cx="4399365" cy="4399365"/>
        </a:xfrm>
        <a:prstGeom prst="blockArc">
          <a:avLst>
            <a:gd name="adj1" fmla="val 20660036"/>
            <a:gd name="adj2" fmla="val 3442848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7EFB9B-6645-4330-8183-34259D2C7866}">
      <dsp:nvSpPr>
        <dsp:cNvPr id="0" name=""/>
        <dsp:cNvSpPr/>
      </dsp:nvSpPr>
      <dsp:spPr>
        <a:xfrm>
          <a:off x="2059103" y="656654"/>
          <a:ext cx="4399365" cy="4399365"/>
        </a:xfrm>
        <a:prstGeom prst="blockArc">
          <a:avLst>
            <a:gd name="adj1" fmla="val 15999992"/>
            <a:gd name="adj2" fmla="val 20546802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D5E3F8-8D43-4048-9E43-525D4E78317B}">
      <dsp:nvSpPr>
        <dsp:cNvPr id="0" name=""/>
        <dsp:cNvSpPr/>
      </dsp:nvSpPr>
      <dsp:spPr>
        <a:xfrm>
          <a:off x="3120572" y="1846694"/>
          <a:ext cx="2026555" cy="20265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highlight>
                <a:srgbClr val="000000"/>
              </a:highlight>
            </a:rPr>
            <a:t>WATER WASTAGE</a:t>
          </a:r>
          <a:endParaRPr lang="en-IN" sz="4000" b="1" kern="1200" dirty="0">
            <a:solidFill>
              <a:schemeClr val="bg1"/>
            </a:solidFill>
            <a:highlight>
              <a:srgbClr val="000000"/>
            </a:highlight>
          </a:endParaRPr>
        </a:p>
      </dsp:txBody>
      <dsp:txXfrm>
        <a:off x="3417354" y="2143476"/>
        <a:ext cx="1432991" cy="1432991"/>
      </dsp:txXfrm>
    </dsp:sp>
    <dsp:sp modelId="{6B1B8385-C34B-4FBE-A36C-B393EB01A60A}">
      <dsp:nvSpPr>
        <dsp:cNvPr id="0" name=""/>
        <dsp:cNvSpPr/>
      </dsp:nvSpPr>
      <dsp:spPr>
        <a:xfrm>
          <a:off x="3424555" y="2064"/>
          <a:ext cx="1418588" cy="1418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🚿 Long Showers</a:t>
          </a:r>
        </a:p>
      </dsp:txBody>
      <dsp:txXfrm>
        <a:off x="3632302" y="209811"/>
        <a:ext cx="1003094" cy="1003094"/>
      </dsp:txXfrm>
    </dsp:sp>
    <dsp:sp modelId="{CCCC1977-5A36-4847-9791-0072FA088A3E}">
      <dsp:nvSpPr>
        <dsp:cNvPr id="0" name=""/>
        <dsp:cNvSpPr/>
      </dsp:nvSpPr>
      <dsp:spPr>
        <a:xfrm>
          <a:off x="5598058" y="1499036"/>
          <a:ext cx="1418588" cy="1418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🌾 Inefficient Irrigation</a:t>
          </a:r>
        </a:p>
      </dsp:txBody>
      <dsp:txXfrm>
        <a:off x="5805805" y="1706783"/>
        <a:ext cx="1003094" cy="1003094"/>
      </dsp:txXfrm>
    </dsp:sp>
    <dsp:sp modelId="{A093CC5B-0AE1-4E62-9B8B-0936228E2F1E}">
      <dsp:nvSpPr>
        <dsp:cNvPr id="0" name=""/>
        <dsp:cNvSpPr/>
      </dsp:nvSpPr>
      <dsp:spPr>
        <a:xfrm>
          <a:off x="4687478" y="3888942"/>
          <a:ext cx="1418588" cy="1418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🏭 Industrial Waste</a:t>
          </a:r>
        </a:p>
      </dsp:txBody>
      <dsp:txXfrm>
        <a:off x="4895225" y="4096689"/>
        <a:ext cx="1003094" cy="1003094"/>
      </dsp:txXfrm>
    </dsp:sp>
    <dsp:sp modelId="{D50195C8-BF05-4866-B9E9-5BEA86FB9198}">
      <dsp:nvSpPr>
        <dsp:cNvPr id="0" name=""/>
        <dsp:cNvSpPr/>
      </dsp:nvSpPr>
      <dsp:spPr>
        <a:xfrm>
          <a:off x="2161632" y="3888942"/>
          <a:ext cx="1418588" cy="1418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👁️❌</a:t>
          </a:r>
          <a:r>
            <a:rPr lang="en-US" sz="1400" b="1" kern="1200" dirty="0"/>
            <a:t>Lack of awareness</a:t>
          </a:r>
          <a:endParaRPr lang="en-IN" sz="1400" b="1" kern="1200" dirty="0"/>
        </a:p>
      </dsp:txBody>
      <dsp:txXfrm>
        <a:off x="2369379" y="4096689"/>
        <a:ext cx="1003094" cy="1003094"/>
      </dsp:txXfrm>
    </dsp:sp>
    <dsp:sp modelId="{87144C1B-2459-43FA-A5D8-448DA429065E}">
      <dsp:nvSpPr>
        <dsp:cNvPr id="0" name=""/>
        <dsp:cNvSpPr/>
      </dsp:nvSpPr>
      <dsp:spPr>
        <a:xfrm>
          <a:off x="1381102" y="1486720"/>
          <a:ext cx="1418588" cy="1418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🚰</a:t>
          </a:r>
          <a:r>
            <a:rPr lang="en-IN" sz="2000" b="1" kern="1200" dirty="0"/>
            <a:t> Leaking Taps</a:t>
          </a:r>
          <a:endParaRPr lang="en-IN" sz="2100" b="1" kern="1200" dirty="0"/>
        </a:p>
      </dsp:txBody>
      <dsp:txXfrm>
        <a:off x="1588849" y="1694467"/>
        <a:ext cx="1003094" cy="10030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DEDA4-E35C-4D82-801D-6BF443085216}">
      <dsp:nvSpPr>
        <dsp:cNvPr id="0" name=""/>
        <dsp:cNvSpPr/>
      </dsp:nvSpPr>
      <dsp:spPr>
        <a:xfrm>
          <a:off x="217466" y="695905"/>
          <a:ext cx="2204009" cy="1568397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A7E64-B765-4ECE-B6CF-DE57D72CDF1D}">
      <dsp:nvSpPr>
        <dsp:cNvPr id="0" name=""/>
        <dsp:cNvSpPr/>
      </dsp:nvSpPr>
      <dsp:spPr>
        <a:xfrm>
          <a:off x="1154960" y="22805"/>
          <a:ext cx="2119267" cy="14835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>
          <a:solidFill>
            <a:schemeClr val="tx1">
              <a:lumMod val="95000"/>
              <a:lumOff val="5000"/>
            </a:schemeClr>
          </a:solidFill>
        </a:ln>
        <a:effectLst/>
        <a:sp3d extrusionH="50600" prstMaterial="plastic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E684D2F-65F8-46F4-9804-5741CA801B56}">
      <dsp:nvSpPr>
        <dsp:cNvPr id="0" name=""/>
        <dsp:cNvSpPr/>
      </dsp:nvSpPr>
      <dsp:spPr>
        <a:xfrm>
          <a:off x="172648" y="1971181"/>
          <a:ext cx="2033100" cy="186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6670" rIns="7112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“</a:t>
          </a:r>
          <a:r>
            <a:rPr lang="en-US" sz="1600" b="1" kern="1200" dirty="0">
              <a:solidFill>
                <a:schemeClr val="tx1"/>
              </a:solidFill>
            </a:rPr>
            <a:t>Water is </a:t>
          </a:r>
          <a:r>
            <a:rPr lang="en-US" sz="1200" b="1" kern="1200" dirty="0">
              <a:solidFill>
                <a:schemeClr val="tx1"/>
              </a:solidFill>
            </a:rPr>
            <a:t>wasted not because it </a:t>
          </a:r>
          <a:r>
            <a:rPr lang="en-US" sz="1050" b="1" kern="1200" dirty="0">
              <a:solidFill>
                <a:schemeClr val="tx1"/>
              </a:solidFill>
            </a:rPr>
            <a:t>is </a:t>
          </a:r>
          <a:r>
            <a:rPr lang="en-US" sz="1200" b="1" kern="1200" dirty="0">
              <a:solidFill>
                <a:schemeClr val="tx1"/>
              </a:solidFill>
            </a:rPr>
            <a:t>unlimited, but </a:t>
          </a:r>
          <a:r>
            <a:rPr lang="en-US" sz="1400" b="1" kern="1200" dirty="0">
              <a:solidFill>
                <a:schemeClr val="tx1"/>
              </a:solidFill>
            </a:rPr>
            <a:t>b</a:t>
          </a:r>
          <a:r>
            <a:rPr lang="en-US" sz="1600" b="1" kern="1200" dirty="0">
              <a:solidFill>
                <a:schemeClr val="tx1"/>
              </a:solidFill>
            </a:rPr>
            <a:t>e</a:t>
          </a:r>
          <a:r>
            <a:rPr lang="en-US" sz="1200" b="1" kern="1200" dirty="0">
              <a:solidFill>
                <a:schemeClr val="tx1"/>
              </a:solidFill>
            </a:rPr>
            <a:t>c</a:t>
          </a:r>
          <a:r>
            <a:rPr lang="en-US" sz="1600" b="1" kern="1200" dirty="0">
              <a:solidFill>
                <a:schemeClr val="tx1"/>
              </a:solidFill>
            </a:rPr>
            <a:t>ause we often</a:t>
          </a:r>
          <a:r>
            <a:rPr lang="en-US" sz="1800" b="1" kern="1200" dirty="0">
              <a:solidFill>
                <a:schemeClr val="tx1"/>
              </a:solidFill>
            </a:rPr>
            <a:t> </a:t>
          </a:r>
          <a:r>
            <a:rPr lang="en-US" sz="1600" b="1" kern="1200" dirty="0">
              <a:solidFill>
                <a:schemeClr val="tx1"/>
              </a:solidFill>
            </a:rPr>
            <a:t>fail to </a:t>
          </a:r>
          <a:r>
            <a:rPr lang="en-US" sz="1400" b="1" kern="1200" dirty="0">
              <a:solidFill>
                <a:schemeClr val="tx1"/>
              </a:solidFill>
            </a:rPr>
            <a:t>value every drop</a:t>
          </a:r>
          <a:r>
            <a:rPr lang="en-US" sz="900" b="1" kern="1200" dirty="0">
              <a:solidFill>
                <a:schemeClr val="tx1"/>
              </a:solidFill>
            </a:rPr>
            <a:t>.”</a:t>
          </a:r>
          <a:endParaRPr lang="en-IN" sz="500" b="1" kern="1200" dirty="0">
            <a:solidFill>
              <a:schemeClr val="tx1"/>
            </a:solidFill>
          </a:endParaRPr>
        </a:p>
      </dsp:txBody>
      <dsp:txXfrm>
        <a:off x="172648" y="1971181"/>
        <a:ext cx="2033100" cy="186170"/>
      </dsp:txXfrm>
    </dsp:sp>
    <dsp:sp modelId="{44F5F45E-972F-423F-AF38-DA98527034B7}">
      <dsp:nvSpPr>
        <dsp:cNvPr id="0" name=""/>
        <dsp:cNvSpPr/>
      </dsp:nvSpPr>
      <dsp:spPr>
        <a:xfrm>
          <a:off x="2380218" y="675014"/>
          <a:ext cx="1007648" cy="1568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  <dgm:cat type="timeline" pri="104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40847-609D-459F-975F-6944DEF21A7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16E5B-6379-4573-A7F8-56F2B55AC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25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“Good morning everyone. Today I am going to talk about the importance of water conservation. Water is essential for every living organism, so saving water is our responsibility.”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16E5B-6379-4573-A7F8-56F2B55AC3D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416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Water is necessary for drinking, agriculture, sanitation and almost every aspect of life. Without sufficient clean water, humans, animals and plants cannot survive.”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16E5B-6379-4573-A7F8-56F2B55AC3D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16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16E5B-6379-4573-A7F8-56F2B55AC3D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01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“Major causes of water wastage include leaking taps, unnecessary use of water, over-irrigation and lack of awareness.”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16E5B-6379-4573-A7F8-56F2B55AC3D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022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“We can conserve water by fixing leaks, turning off taps when not needed, reusing water where appropriate and adopting rainwater harvesting.”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16E5B-6379-4573-A7F8-56F2B55AC3D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528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“Saving water is not only an environmental responsibility but also a responsibility towards future generations. Every small effort can make a difference. Save water, save life.”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16E5B-6379-4573-A7F8-56F2B55AC3D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2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02CA-A7FD-C5F2-F533-07FC1903E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D5858-24EC-265E-49B0-20E08FE4A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0B926-311A-07B8-F36D-7C7B4852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8B6FA-7E1D-7D98-8AAC-DD1A370E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63C8-E5D5-9B31-7BB2-3C083178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58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66B8-9579-9A81-F6C4-F3509997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AA386-03E3-1F43-FECE-61987218B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B13AB-277B-D058-3B96-20D1A147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AB1B3-F3A9-687A-F438-B14E281F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876A-A21C-AA3F-EBF0-78CC724B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849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C356-89CC-4875-656F-1AF34E41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FE24A-3AF6-BDF6-5E81-743BAAC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BD66-56ED-3C05-1B73-0976B349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B2438-4743-55C8-9B1B-182B02C6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669A-2934-42C1-ADA6-0C8A3933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63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F1FB-8E3D-2F12-B650-8A72D635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17BA-AE4B-8754-8A5B-F4AE9FF43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F6C21-8068-801E-98FC-A1C52E6B9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5FF78-07B9-67A3-2A3A-EE8F8FDC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43F6F-78DF-0A02-1EF0-9BD1107E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59D64-9308-9B6C-A45B-B5E5D8A7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68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B385-B794-F0B3-7651-54630F0E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BE730-BCA8-117D-04CF-924DF255B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91084-7BFE-5E10-CAD9-E18218A57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C51D5-0C09-7507-E54A-1232FB309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FBAB9-24AD-8EC6-F14F-EBC8DCC8B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C4CC0-DD30-1EC0-56C1-5FE3DF7A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D2E0D-30DD-D286-2634-084A2DC7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534CF-3F44-6686-38AD-26BFEA54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077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1AE6-D2D8-F072-B9E1-49338C6A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CBBA3-4862-22C3-6A96-902DBA7C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673CA-CCA2-4116-802C-CA667896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88C53-50DA-6DC7-0136-4CD1F4FB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7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334C7-4684-56BD-787D-37B79633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48940-980D-3FE9-8801-664C7FDDD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06FB1-06C6-52DB-A6A7-F2F68349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99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527D-3DDC-5B36-D9AC-A2C1E897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0D1A5-DB26-F1FD-C176-C579F3296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88567-F69C-08D2-E693-509D2CF0F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B7553-FBEF-6963-114B-CF348103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6DEE5-60E9-1ED7-3110-3D72B129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66060-A85E-A38E-E9E6-8EA953AC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496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7B3F-2DE0-CD30-3344-9AA642A1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4599D-3215-1FC5-FB0F-EB0418814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3D07-E509-3B69-B970-78CC3F9D5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E9F79-6B6B-7578-C5BD-F8B46126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7CAE6-D8DE-DF78-A1FC-6B64EC38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5C26D-9B4E-5177-2B48-DB5DF0F2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96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4E24-98D3-40AE-8D7F-79ABDB051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9E703-8D84-A2D5-0C55-BCB0C76E0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9591B-5424-04A6-BC9C-E80AABFF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E1B2B-A881-2AEE-D5F9-7FABCD2F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D4C0C-F70C-E2C3-DF80-B1663B6F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70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73F5C9-2180-F304-8294-0EBA8ABE8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E683C-AF90-39D6-4FD5-EA604D735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D8CC-C05E-F596-34FD-677BB7EF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FEB02-A595-C76F-6E91-A2D0E8C1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22E60-3047-95A7-609A-B5E7FBF9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49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FAB79-5079-9AEC-8A07-352455F1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E1684-5234-FE69-1E43-A11C4600C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F7143-195F-1943-FB7B-CE331BFC5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D02C8-C82C-475F-9006-F109FB5C18E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19937-AB67-1DB1-0726-748960C7E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46452-C72F-F29E-26F7-FE5B1B1B8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60933-C101-48A2-B7DC-1F4E95390A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0245D-6014-5665-F990-C32300C08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0" y="5345723"/>
            <a:ext cx="3071445" cy="1512277"/>
          </a:xfrm>
          <a:ln>
            <a:solidFill>
              <a:schemeClr val="tx1"/>
            </a:solidFill>
          </a:ln>
          <a:effectLst>
            <a:softEdge rad="31750"/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Name- Princy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Trade -AIPA                                                       NSTI(W),ALLAHABAD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Date-17/09/2026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47789-74C1-DBEF-6C37-C1A22CD61EB1}"/>
              </a:ext>
            </a:extLst>
          </p:cNvPr>
          <p:cNvSpPr txBox="1"/>
          <p:nvPr/>
        </p:nvSpPr>
        <p:spPr>
          <a:xfrm>
            <a:off x="3938954" y="6260124"/>
            <a:ext cx="259080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reflection blurRad="6350" stA="50000" endA="300" endPos="55000" dir="5400000" sy="-100000" algn="bl" rotWithShape="0"/>
          </a:effectLst>
          <a:scene3d>
            <a:camera prst="obliqueTopLef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8080"/>
                </a:highlight>
              </a:rPr>
              <a:t>EVERY DROP COUNTS</a:t>
            </a:r>
            <a:endParaRPr lang="en-IN" b="1" dirty="0"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61428148"/>
      </p:ext>
    </p:extLst>
  </p:cSld>
  <p:clrMapOvr>
    <a:masterClrMapping/>
  </p:clrMapOvr>
  <p:transition spd="slow" advClick="0" advTm="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F79D-3B66-E425-073E-CCEA7836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446" y="0"/>
            <a:ext cx="8616462" cy="2063262"/>
          </a:xfrm>
          <a:noFill/>
          <a:ln>
            <a:solidFill>
              <a:schemeClr val="tx2">
                <a:lumMod val="25000"/>
                <a:lumOff val="7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normAutofit fontScale="90000"/>
          </a:bodyPr>
          <a:lstStyle/>
          <a:p>
            <a:r>
              <a:rPr lang="en-IN" sz="6700" b="1" dirty="0">
                <a:solidFill>
                  <a:schemeClr val="bg1"/>
                </a:solidFill>
              </a:rPr>
              <a:t>           Importance of Water  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C413-E7A2-EB6B-5ED1-43D2893B4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3907"/>
            <a:ext cx="10515600" cy="3633055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Water is essential for all living beings.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It is necessary for drinking, cooking and sanitation.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Plants need water for growth.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Water supports agriculture and food production.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Rivers, lakes and oceans support ecosystems.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Our daily life depends on clean and safe water. 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7949F4-120B-9317-F7CB-C7C650015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370" y="2203936"/>
            <a:ext cx="3317630" cy="2977664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2F14D9-3AAB-16BF-564B-957FEB29D7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196"/>
            <a:ext cx="2051538" cy="1658819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</p:pic>
    </p:spTree>
    <p:extLst>
      <p:ext uri="{BB962C8B-B14F-4D97-AF65-F5344CB8AC3E}">
        <p14:creationId xmlns:p14="http://schemas.microsoft.com/office/powerpoint/2010/main" val="354188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6082D-787A-5896-6EFF-6AAC2DD47509}"/>
              </a:ext>
            </a:extLst>
          </p:cNvPr>
          <p:cNvSpPr txBox="1"/>
          <p:nvPr/>
        </p:nvSpPr>
        <p:spPr>
          <a:xfrm>
            <a:off x="2590801" y="304800"/>
            <a:ext cx="6822830" cy="769441"/>
          </a:xfrm>
          <a:prstGeom prst="rect">
            <a:avLst/>
          </a:prstGeom>
          <a:solidFill>
            <a:schemeClr val="tx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innerShdw blurRad="114300">
              <a:prstClr val="black"/>
            </a:innerShdw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Current Water Challenges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3BE203E-92BC-F4CA-5850-B8AAB9B05E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3315751"/>
              </p:ext>
            </p:extLst>
          </p:nvPr>
        </p:nvGraphicFramePr>
        <p:xfrm>
          <a:off x="0" y="1688122"/>
          <a:ext cx="7702062" cy="5087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109672E-4AA6-AF53-6A31-DA52EADB30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15" y="3471864"/>
            <a:ext cx="4665785" cy="3081336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</p:pic>
    </p:spTree>
    <p:extLst>
      <p:ext uri="{BB962C8B-B14F-4D97-AF65-F5344CB8AC3E}">
        <p14:creationId xmlns:p14="http://schemas.microsoft.com/office/powerpoint/2010/main" val="3973962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4C030-6BC3-CEA5-A159-B326F7B1195B}"/>
              </a:ext>
            </a:extLst>
          </p:cNvPr>
          <p:cNvSpPr txBox="1"/>
          <p:nvPr/>
        </p:nvSpPr>
        <p:spPr>
          <a:xfrm>
            <a:off x="2603500" y="152400"/>
            <a:ext cx="7594600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reflection blurRad="6350" stA="50000" endA="275" endPos="40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Major Causes of Water Wastage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17E4BA9-9BEB-D07C-E3AC-69EB66F644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510888"/>
              </p:ext>
            </p:extLst>
          </p:nvPr>
        </p:nvGraphicFramePr>
        <p:xfrm>
          <a:off x="-152400" y="1511300"/>
          <a:ext cx="8267700" cy="5346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E348A98-1D97-281B-91B0-BD3851EE7C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2348496"/>
              </p:ext>
            </p:extLst>
          </p:nvPr>
        </p:nvGraphicFramePr>
        <p:xfrm>
          <a:off x="8305799" y="1778000"/>
          <a:ext cx="3564077" cy="2730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227447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D8177F-E7C4-0925-290F-568DD45DC78E}"/>
              </a:ext>
            </a:extLst>
          </p:cNvPr>
          <p:cNvSpPr txBox="1"/>
          <p:nvPr/>
        </p:nvSpPr>
        <p:spPr>
          <a:xfrm>
            <a:off x="3314700" y="114300"/>
            <a:ext cx="6438900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2">
                <a:lumMod val="75000"/>
                <a:lumOff val="2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Water Conservation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FA654-CBAC-6ADD-B815-9BAFD2CAED93}"/>
              </a:ext>
            </a:extLst>
          </p:cNvPr>
          <p:cNvSpPr txBox="1"/>
          <p:nvPr/>
        </p:nvSpPr>
        <p:spPr>
          <a:xfrm>
            <a:off x="219808" y="874346"/>
            <a:ext cx="5753100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&gt; “Every drop wasted today can become a shortage tomorrow. Understanding the causes of water wastage is the first step toward saving it.”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59099-1744-64AF-1C31-5FCA51DBD751}"/>
              </a:ext>
            </a:extLst>
          </p:cNvPr>
          <p:cNvSpPr txBox="1"/>
          <p:nvPr/>
        </p:nvSpPr>
        <p:spPr>
          <a:xfrm>
            <a:off x="219808" y="1600121"/>
            <a:ext cx="104267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chemeClr val="bg1"/>
                </a:solidFill>
              </a:rPr>
              <a:t>1.</a:t>
            </a:r>
            <a:r>
              <a:rPr lang="en-US" b="1" dirty="0"/>
              <a:t>. </a:t>
            </a:r>
            <a:r>
              <a:rPr lang="en-US" sz="2400" b="1" dirty="0">
                <a:solidFill>
                  <a:schemeClr val="bg1"/>
                </a:solidFill>
              </a:rPr>
              <a:t>Rainwater Harvesting </a:t>
            </a:r>
            <a:r>
              <a:rPr lang="en-US" dirty="0">
                <a:solidFill>
                  <a:schemeClr val="bg1"/>
                </a:solidFill>
              </a:rPr>
              <a:t>– Collect and store rainwater for future use.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2. </a:t>
            </a:r>
            <a:r>
              <a:rPr lang="en-US" sz="2400" b="1" dirty="0">
                <a:solidFill>
                  <a:schemeClr val="bg1"/>
                </a:solidFill>
              </a:rPr>
              <a:t>Fix Leaking Taps &amp; Pipes </a:t>
            </a:r>
            <a:r>
              <a:rPr lang="en-US" dirty="0">
                <a:solidFill>
                  <a:schemeClr val="bg1"/>
                </a:solidFill>
              </a:rPr>
              <a:t>– Repair leaks immediately to prevent water loss.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3. </a:t>
            </a:r>
            <a:r>
              <a:rPr lang="en-US" sz="2400" b="1" dirty="0">
                <a:solidFill>
                  <a:schemeClr val="bg1"/>
                </a:solidFill>
              </a:rPr>
              <a:t>Use Water Wisely </a:t>
            </a:r>
            <a:r>
              <a:rPr lang="en-US" dirty="0">
                <a:solidFill>
                  <a:schemeClr val="bg1"/>
                </a:solidFill>
              </a:rPr>
              <a:t>– Turn off taps when not needed and avoid unnecessary usage.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4. </a:t>
            </a:r>
            <a:r>
              <a:rPr lang="en-US" sz="2400" b="1" dirty="0">
                <a:solidFill>
                  <a:schemeClr val="bg1"/>
                </a:solidFill>
              </a:rPr>
              <a:t>Efficient Irrigation </a:t>
            </a:r>
            <a:r>
              <a:rPr lang="en-US" dirty="0">
                <a:solidFill>
                  <a:schemeClr val="bg1"/>
                </a:solidFill>
              </a:rPr>
              <a:t>– Use drip irrigation and sprinkler systems to reduce agricultural water waste.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5. </a:t>
            </a:r>
            <a:r>
              <a:rPr lang="en-US" sz="2400" b="1" dirty="0">
                <a:solidFill>
                  <a:schemeClr val="bg1"/>
                </a:solidFill>
              </a:rPr>
              <a:t>Reuse Water </a:t>
            </a:r>
            <a:r>
              <a:rPr lang="en-US" dirty="0">
                <a:solidFill>
                  <a:schemeClr val="bg1"/>
                </a:solidFill>
              </a:rPr>
              <a:t>– Reuse suitable wastewater for gardening, cleaning, or other non-drinking purposes.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6. </a:t>
            </a:r>
            <a:r>
              <a:rPr lang="en-US" sz="2400" b="1" dirty="0">
                <a:solidFill>
                  <a:schemeClr val="bg1"/>
                </a:solidFill>
              </a:rPr>
              <a:t>Protect Water Bodies </a:t>
            </a:r>
            <a:r>
              <a:rPr lang="en-US" dirty="0">
                <a:solidFill>
                  <a:schemeClr val="bg1"/>
                </a:solidFill>
              </a:rPr>
              <a:t>– Keep rivers, ponds, lakes, and groundwater sources clean and protected.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7. </a:t>
            </a:r>
            <a:r>
              <a:rPr lang="en-US" sz="2400" b="1" dirty="0">
                <a:solidFill>
                  <a:schemeClr val="bg1"/>
                </a:solidFill>
              </a:rPr>
              <a:t>Spread Awareness </a:t>
            </a:r>
            <a:r>
              <a:rPr lang="en-US" dirty="0">
                <a:solidFill>
                  <a:schemeClr val="bg1"/>
                </a:solidFill>
              </a:rPr>
              <a:t>– Encourage people to understand the importance of saving water.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55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91E0C-89C0-D5B0-4545-1288ED415152}"/>
              </a:ext>
            </a:extLst>
          </p:cNvPr>
          <p:cNvSpPr txBox="1"/>
          <p:nvPr/>
        </p:nvSpPr>
        <p:spPr>
          <a:xfrm>
            <a:off x="2349500" y="105508"/>
            <a:ext cx="7493000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Water Conservation at Home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DFB15E-B458-DB18-606D-6334D191A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33534"/>
              </p:ext>
            </p:extLst>
          </p:nvPr>
        </p:nvGraphicFramePr>
        <p:xfrm>
          <a:off x="114301" y="1346200"/>
          <a:ext cx="7099300" cy="55118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359504">
                  <a:extLst>
                    <a:ext uri="{9D8B030D-6E8A-4147-A177-3AD203B41FA5}">
                      <a16:colId xmlns:a16="http://schemas.microsoft.com/office/drawing/2014/main" val="4276225886"/>
                    </a:ext>
                  </a:extLst>
                </a:gridCol>
                <a:gridCol w="2369898">
                  <a:extLst>
                    <a:ext uri="{9D8B030D-6E8A-4147-A177-3AD203B41FA5}">
                      <a16:colId xmlns:a16="http://schemas.microsoft.com/office/drawing/2014/main" val="1953317822"/>
                    </a:ext>
                  </a:extLst>
                </a:gridCol>
                <a:gridCol w="2369898">
                  <a:extLst>
                    <a:ext uri="{9D8B030D-6E8A-4147-A177-3AD203B41FA5}">
                      <a16:colId xmlns:a16="http://schemas.microsoft.com/office/drawing/2014/main" val="2791395344"/>
                    </a:ext>
                  </a:extLst>
                </a:gridCol>
              </a:tblGrid>
              <a:tr h="1469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Water-Saving Practice</a:t>
                      </a:r>
                    </a:p>
                  </a:txBody>
                  <a:tcPr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Benefit</a:t>
                      </a:r>
                    </a:p>
                  </a:txBody>
                  <a:tcPr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165835"/>
                  </a:ext>
                </a:extLst>
              </a:tr>
              <a:tr h="964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Brushing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Turn off tap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Saves water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137577"/>
                  </a:ext>
                </a:extLst>
              </a:tr>
              <a:tr h="964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Bathing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Use 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Reduces wastage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144321"/>
                  </a:ext>
                </a:extLst>
              </a:tr>
              <a:tr h="964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Washing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Use full loads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Saves water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35693"/>
                  </a:ext>
                </a:extLst>
              </a:tr>
              <a:tr h="1148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Kitchen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Reuse suitable 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Reduces waste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31205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DB9BC9F-AEAF-F531-60B5-897B9F50A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646" y="1193800"/>
            <a:ext cx="4853354" cy="5664200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</p:pic>
    </p:spTree>
    <p:extLst>
      <p:ext uri="{BB962C8B-B14F-4D97-AF65-F5344CB8AC3E}">
        <p14:creationId xmlns:p14="http://schemas.microsoft.com/office/powerpoint/2010/main" val="171525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1015D-DC0A-7B49-5380-E74FA751584F}"/>
              </a:ext>
            </a:extLst>
          </p:cNvPr>
          <p:cNvSpPr txBox="1"/>
          <p:nvPr/>
        </p:nvSpPr>
        <p:spPr>
          <a:xfrm>
            <a:off x="2291026" y="92109"/>
            <a:ext cx="7966668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Water Conservation in Agriculture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7A13A-D583-D1C1-2A7F-D9B185B4BA21}"/>
              </a:ext>
            </a:extLst>
          </p:cNvPr>
          <p:cNvSpPr txBox="1"/>
          <p:nvPr/>
        </p:nvSpPr>
        <p:spPr>
          <a:xfrm>
            <a:off x="-1" y="2039815"/>
            <a:ext cx="6435969" cy="329320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🌱 </a:t>
            </a:r>
            <a:r>
              <a:rPr lang="en-IN" sz="2000" b="1" dirty="0">
                <a:solidFill>
                  <a:schemeClr val="bg1"/>
                </a:solidFill>
              </a:rPr>
              <a:t>Drip Irrigation~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     Delivers water directly to plant roots.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💦 </a:t>
            </a:r>
            <a:r>
              <a:rPr lang="en-IN" sz="2000" b="1" dirty="0">
                <a:solidFill>
                  <a:schemeClr val="bg1"/>
                </a:solidFill>
              </a:rPr>
              <a:t>Sprinkler Irrigation~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    Distributes water efficiently.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🌧️ </a:t>
            </a:r>
            <a:r>
              <a:rPr lang="en-IN" sz="2000" b="1" dirty="0">
                <a:solidFill>
                  <a:schemeClr val="bg1"/>
                </a:solidFill>
              </a:rPr>
              <a:t>Rainwater Harvesting~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    Stores rainwater for agricultural use.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🌾 </a:t>
            </a:r>
            <a:r>
              <a:rPr lang="en-IN" sz="2000" b="1" dirty="0">
                <a:solidFill>
                  <a:schemeClr val="bg1"/>
                </a:solidFill>
              </a:rPr>
              <a:t>Proper Irrigation Scheduling~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    Avoids unnecessary watering.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25E06-E1AB-8875-DD93-0838EAF27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478" y="1391478"/>
            <a:ext cx="5466522" cy="5466522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5C4D9-17D4-6864-BE4F-C0D3EAA0D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0" y="123711"/>
            <a:ext cx="1852246" cy="1229458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</p:pic>
    </p:spTree>
    <p:extLst>
      <p:ext uri="{BB962C8B-B14F-4D97-AF65-F5344CB8AC3E}">
        <p14:creationId xmlns:p14="http://schemas.microsoft.com/office/powerpoint/2010/main" val="98223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E11BF-B76F-7784-4ACD-A7607824F1E0}"/>
              </a:ext>
            </a:extLst>
          </p:cNvPr>
          <p:cNvSpPr txBox="1"/>
          <p:nvPr/>
        </p:nvSpPr>
        <p:spPr>
          <a:xfrm>
            <a:off x="4232033" y="43544"/>
            <a:ext cx="4970583" cy="64633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Role of Students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21697-A365-56C6-58C2-0FEF9A7A2B0C}"/>
              </a:ext>
            </a:extLst>
          </p:cNvPr>
          <p:cNvSpPr/>
          <p:nvPr/>
        </p:nvSpPr>
        <p:spPr>
          <a:xfrm>
            <a:off x="174172" y="1524000"/>
            <a:ext cx="62484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🎓 </a:t>
            </a:r>
            <a:r>
              <a:rPr lang="en-IN" sz="2400" b="1" dirty="0"/>
              <a:t>Spread Awareness</a:t>
            </a:r>
            <a:br>
              <a:rPr lang="en-IN" dirty="0"/>
            </a:br>
            <a:r>
              <a:rPr lang="en-IN" sz="2000" dirty="0"/>
              <a:t>Tell others why water matters.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60164-5B4B-67D5-3838-167BADEEA678}"/>
              </a:ext>
            </a:extLst>
          </p:cNvPr>
          <p:cNvSpPr/>
          <p:nvPr/>
        </p:nvSpPr>
        <p:spPr>
          <a:xfrm>
            <a:off x="174172" y="2751350"/>
            <a:ext cx="62484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🚰 </a:t>
            </a:r>
            <a:r>
              <a:rPr lang="en-IN" sz="2400" b="1" dirty="0"/>
              <a:t>Avoid Wastage</a:t>
            </a:r>
            <a:br>
              <a:rPr lang="en-IN" dirty="0"/>
            </a:br>
            <a:r>
              <a:rPr lang="en-IN" sz="2000" dirty="0"/>
              <a:t>Close taps properly.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0E592-0944-CE14-9F02-F30A220FC86A}"/>
              </a:ext>
            </a:extLst>
          </p:cNvPr>
          <p:cNvSpPr/>
          <p:nvPr/>
        </p:nvSpPr>
        <p:spPr>
          <a:xfrm rot="10800000" flipH="1" flipV="1">
            <a:off x="174172" y="4106650"/>
            <a:ext cx="6248400" cy="75518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🌱 </a:t>
            </a:r>
            <a:r>
              <a:rPr lang="en-IN" sz="2400" b="1" dirty="0"/>
              <a:t>Participate </a:t>
            </a:r>
            <a:br>
              <a:rPr lang="en-IN" dirty="0"/>
            </a:br>
            <a:r>
              <a:rPr lang="en-IN" sz="2000" dirty="0"/>
              <a:t>Join water conservation activities</a:t>
            </a:r>
            <a:r>
              <a:rPr lang="en-IN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FAD69-A45F-DB58-CB55-1AAB661E800E}"/>
              </a:ext>
            </a:extLst>
          </p:cNvPr>
          <p:cNvSpPr/>
          <p:nvPr/>
        </p:nvSpPr>
        <p:spPr>
          <a:xfrm>
            <a:off x="164126" y="5334000"/>
            <a:ext cx="6258446" cy="91440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📢 </a:t>
            </a:r>
            <a:r>
              <a:rPr lang="en-IN" sz="2400" b="1" dirty="0"/>
              <a:t>Lead by Example</a:t>
            </a:r>
            <a:br>
              <a:rPr lang="en-IN" dirty="0"/>
            </a:br>
            <a:r>
              <a:rPr lang="en-IN" sz="2000" dirty="0"/>
              <a:t>Practise water-saving habits every day.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02CDD-4962-C03A-4492-7FBB97373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751350"/>
            <a:ext cx="4724400" cy="4106650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40501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77DF2-C43F-AA3E-D9D4-D2C53A483D16}"/>
              </a:ext>
            </a:extLst>
          </p:cNvPr>
          <p:cNvSpPr txBox="1"/>
          <p:nvPr/>
        </p:nvSpPr>
        <p:spPr>
          <a:xfrm>
            <a:off x="3563816" y="0"/>
            <a:ext cx="4853354" cy="64633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Do's and Don'ts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E1D020-ABC6-5A06-4BE9-B60C68F0B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861767"/>
              </p:ext>
            </p:extLst>
          </p:nvPr>
        </p:nvGraphicFramePr>
        <p:xfrm>
          <a:off x="0" y="1981200"/>
          <a:ext cx="8128000" cy="461889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66225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92138571"/>
                    </a:ext>
                  </a:extLst>
                </a:gridCol>
              </a:tblGrid>
              <a:tr h="105026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                                ✅ 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DO'S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❌ </a:t>
                      </a:r>
                      <a:r>
                        <a:rPr lang="en-IN" sz="2400" dirty="0"/>
                        <a:t>DON'TS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36870"/>
                  </a:ext>
                </a:extLst>
              </a:tr>
              <a:tr h="878057">
                <a:tc>
                  <a:txBody>
                    <a:bodyPr/>
                    <a:lstStyle/>
                    <a:p>
                      <a:pPr lvl="0"/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Turn off taps. </a:t>
                      </a:r>
                    </a:p>
                    <a:p>
                      <a:pPr lvl="0"/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Don't leave taps running.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605828"/>
                  </a:ext>
                </a:extLst>
              </a:tr>
              <a:tr h="580418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Fix leaking taps.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Don't waste drinking water.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940782"/>
                  </a:ext>
                </a:extLst>
              </a:tr>
              <a:tr h="703386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Reuse water when possible.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Don't pollute rivers and lakes.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908615"/>
                  </a:ext>
                </a:extLst>
              </a:tr>
              <a:tr h="70338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Collect rainwater.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Don't use excessive water.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62623"/>
                  </a:ext>
                </a:extLst>
              </a:tr>
              <a:tr h="70338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Use water carefully.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Don't ignore leaks.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0942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25989A2-62A4-93FE-FB19-7988282E0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215" y="844061"/>
            <a:ext cx="3903785" cy="2274277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4043295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25685E-2469-5352-2D88-064CC1462475}"/>
              </a:ext>
            </a:extLst>
          </p:cNvPr>
          <p:cNvSpPr txBox="1"/>
          <p:nvPr/>
        </p:nvSpPr>
        <p:spPr>
          <a:xfrm>
            <a:off x="4407877" y="0"/>
            <a:ext cx="2919046" cy="70788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012FD-9D38-C3CB-130B-C58A7FACF831}"/>
              </a:ext>
            </a:extLst>
          </p:cNvPr>
          <p:cNvSpPr txBox="1"/>
          <p:nvPr/>
        </p:nvSpPr>
        <p:spPr>
          <a:xfrm>
            <a:off x="662353" y="2151727"/>
            <a:ext cx="7133493" cy="255454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Water is not an unlimited resource; it is the foundation of life on Earth.</a:t>
            </a:r>
          </a:p>
          <a:p>
            <a:r>
              <a:rPr lang="en-US" sz="2000" b="1" dirty="0"/>
              <a:t>By reducing wastage, reusing water, harvesting rainwater, and spreading awareness, we can protect this precious resource.</a:t>
            </a:r>
          </a:p>
          <a:p>
            <a:r>
              <a:rPr lang="en-US" sz="2000" b="1" dirty="0"/>
              <a:t>“Save Water Today, Secure Life Tomorrow.”</a:t>
            </a:r>
          </a:p>
          <a:p>
            <a:r>
              <a:rPr lang="en-US" sz="2000" b="1" dirty="0"/>
              <a:t>Every drop we save today is a step towards a safer and sustainable future.</a:t>
            </a:r>
            <a:r>
              <a:rPr lang="en-US" dirty="0"/>
              <a:t> 🌍💧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B02E48-FBEB-7ED5-72A2-910E612C0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232" y="1766139"/>
            <a:ext cx="3660768" cy="3325719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</p:pic>
    </p:spTree>
    <p:extLst>
      <p:ext uri="{BB962C8B-B14F-4D97-AF65-F5344CB8AC3E}">
        <p14:creationId xmlns:p14="http://schemas.microsoft.com/office/powerpoint/2010/main" val="78639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24BFD-227B-F3D1-ACED-C383E25A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713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654</Words>
  <Application>Microsoft Office PowerPoint</Application>
  <PresentationFormat>Widescreen</PresentationFormat>
  <Paragraphs>98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           Importance of Water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Princy Yadav</dc:creator>
  <cp:lastModifiedBy>Princy Yadav</cp:lastModifiedBy>
  <cp:revision>5</cp:revision>
  <dcterms:created xsi:type="dcterms:W3CDTF">2026-09-17T11:03:11Z</dcterms:created>
  <dcterms:modified xsi:type="dcterms:W3CDTF">2026-09-21T05:23:45Z</dcterms:modified>
</cp:coreProperties>
</file>